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 id="2147483677"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82" r:id="rId19"/>
    <p:sldId id="272" r:id="rId20"/>
    <p:sldId id="273" r:id="rId21"/>
    <p:sldId id="274" r:id="rId22"/>
    <p:sldId id="275" r:id="rId23"/>
    <p:sldId id="276" r:id="rId24"/>
    <p:sldId id="277" r:id="rId25"/>
    <p:sldId id="278" r:id="rId26"/>
    <p:sldId id="279" r:id="rId27"/>
    <p:sldId id="280" r:id="rId28"/>
    <p:sldId id="281" r:id="rId29"/>
    <p:sldId id="283" r:id="rId30"/>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Corbel" panose="020B050302020402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C6CAB-1B3F-42CB-9360-F8D5F898FF62}" v="5" dt="2023-12-14T14:46:24.5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8.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023-18-0019" userId="7b31d0ba-cdc3-4a02-9215-356f82e10141" providerId="ADAL" clId="{0CCC6CAB-1B3F-42CB-9360-F8D5F898FF62}"/>
    <pc:docChg chg="undo custSel addSld delSld modSld sldOrd">
      <pc:chgData name="023-18-0019" userId="7b31d0ba-cdc3-4a02-9215-356f82e10141" providerId="ADAL" clId="{0CCC6CAB-1B3F-42CB-9360-F8D5F898FF62}" dt="2023-12-14T15:28:07.488" v="430" actId="20577"/>
      <pc:docMkLst>
        <pc:docMk/>
      </pc:docMkLst>
      <pc:sldChg chg="modSp mod">
        <pc:chgData name="023-18-0019" userId="7b31d0ba-cdc3-4a02-9215-356f82e10141" providerId="ADAL" clId="{0CCC6CAB-1B3F-42CB-9360-F8D5F898FF62}" dt="2023-12-14T15:04:46.072" v="405" actId="20577"/>
        <pc:sldMkLst>
          <pc:docMk/>
          <pc:sldMk cId="0" sldId="261"/>
        </pc:sldMkLst>
        <pc:spChg chg="mod">
          <ac:chgData name="023-18-0019" userId="7b31d0ba-cdc3-4a02-9215-356f82e10141" providerId="ADAL" clId="{0CCC6CAB-1B3F-42CB-9360-F8D5F898FF62}" dt="2023-12-14T15:04:46.072" v="405" actId="20577"/>
          <ac:spMkLst>
            <pc:docMk/>
            <pc:sldMk cId="0" sldId="261"/>
            <ac:spMk id="252" creationId="{00000000-0000-0000-0000-000000000000}"/>
          </ac:spMkLst>
        </pc:spChg>
      </pc:sldChg>
      <pc:sldChg chg="modSp mod">
        <pc:chgData name="023-18-0019" userId="7b31d0ba-cdc3-4a02-9215-356f82e10141" providerId="ADAL" clId="{0CCC6CAB-1B3F-42CB-9360-F8D5F898FF62}" dt="2023-12-14T14:39:59.194" v="210" actId="313"/>
        <pc:sldMkLst>
          <pc:docMk/>
          <pc:sldMk cId="0" sldId="262"/>
        </pc:sldMkLst>
        <pc:spChg chg="mod">
          <ac:chgData name="023-18-0019" userId="7b31d0ba-cdc3-4a02-9215-356f82e10141" providerId="ADAL" clId="{0CCC6CAB-1B3F-42CB-9360-F8D5F898FF62}" dt="2023-12-14T14:39:59.194" v="210" actId="313"/>
          <ac:spMkLst>
            <pc:docMk/>
            <pc:sldMk cId="0" sldId="262"/>
            <ac:spMk id="258" creationId="{00000000-0000-0000-0000-000000000000}"/>
          </ac:spMkLst>
        </pc:spChg>
      </pc:sldChg>
      <pc:sldChg chg="modSp mod">
        <pc:chgData name="023-18-0019" userId="7b31d0ba-cdc3-4a02-9215-356f82e10141" providerId="ADAL" clId="{0CCC6CAB-1B3F-42CB-9360-F8D5F898FF62}" dt="2023-12-14T15:05:04.500" v="421" actId="20577"/>
        <pc:sldMkLst>
          <pc:docMk/>
          <pc:sldMk cId="0" sldId="264"/>
        </pc:sldMkLst>
        <pc:spChg chg="mod">
          <ac:chgData name="023-18-0019" userId="7b31d0ba-cdc3-4a02-9215-356f82e10141" providerId="ADAL" clId="{0CCC6CAB-1B3F-42CB-9360-F8D5F898FF62}" dt="2023-12-14T15:05:04.500" v="421" actId="20577"/>
          <ac:spMkLst>
            <pc:docMk/>
            <pc:sldMk cId="0" sldId="264"/>
            <ac:spMk id="270" creationId="{00000000-0000-0000-0000-000000000000}"/>
          </ac:spMkLst>
        </pc:spChg>
      </pc:sldChg>
      <pc:sldChg chg="modSp mod">
        <pc:chgData name="023-18-0019" userId="7b31d0ba-cdc3-4a02-9215-356f82e10141" providerId="ADAL" clId="{0CCC6CAB-1B3F-42CB-9360-F8D5F898FF62}" dt="2023-12-14T14:30:51.222" v="18" actId="20577"/>
        <pc:sldMkLst>
          <pc:docMk/>
          <pc:sldMk cId="0" sldId="269"/>
        </pc:sldMkLst>
        <pc:spChg chg="mod">
          <ac:chgData name="023-18-0019" userId="7b31d0ba-cdc3-4a02-9215-356f82e10141" providerId="ADAL" clId="{0CCC6CAB-1B3F-42CB-9360-F8D5F898FF62}" dt="2023-12-14T14:30:51.222" v="18" actId="20577"/>
          <ac:spMkLst>
            <pc:docMk/>
            <pc:sldMk cId="0" sldId="269"/>
            <ac:spMk id="299" creationId="{00000000-0000-0000-0000-000000000000}"/>
          </ac:spMkLst>
        </pc:spChg>
      </pc:sldChg>
      <pc:sldChg chg="addSp delSp modSp mod">
        <pc:chgData name="023-18-0019" userId="7b31d0ba-cdc3-4a02-9215-356f82e10141" providerId="ADAL" clId="{0CCC6CAB-1B3F-42CB-9360-F8D5F898FF62}" dt="2023-12-14T14:36:06.549" v="148" actId="20577"/>
        <pc:sldMkLst>
          <pc:docMk/>
          <pc:sldMk cId="0" sldId="270"/>
        </pc:sldMkLst>
        <pc:spChg chg="mod">
          <ac:chgData name="023-18-0019" userId="7b31d0ba-cdc3-4a02-9215-356f82e10141" providerId="ADAL" clId="{0CCC6CAB-1B3F-42CB-9360-F8D5F898FF62}" dt="2023-12-14T14:36:06.549" v="148" actId="20577"/>
          <ac:spMkLst>
            <pc:docMk/>
            <pc:sldMk cId="0" sldId="270"/>
            <ac:spMk id="306" creationId="{00000000-0000-0000-0000-000000000000}"/>
          </ac:spMkLst>
        </pc:spChg>
        <pc:picChg chg="add del">
          <ac:chgData name="023-18-0019" userId="7b31d0ba-cdc3-4a02-9215-356f82e10141" providerId="ADAL" clId="{0CCC6CAB-1B3F-42CB-9360-F8D5F898FF62}" dt="2023-12-14T14:31:08.557" v="25" actId="22"/>
          <ac:picMkLst>
            <pc:docMk/>
            <pc:sldMk cId="0" sldId="270"/>
            <ac:picMk id="3" creationId="{C227A298-E202-C238-811C-821D1D9E57B8}"/>
          </ac:picMkLst>
        </pc:picChg>
      </pc:sldChg>
      <pc:sldChg chg="modSp mod ord">
        <pc:chgData name="023-18-0019" userId="7b31d0ba-cdc3-4a02-9215-356f82e10141" providerId="ADAL" clId="{0CCC6CAB-1B3F-42CB-9360-F8D5F898FF62}" dt="2023-12-14T14:36:56.405" v="159" actId="255"/>
        <pc:sldMkLst>
          <pc:docMk/>
          <pc:sldMk cId="0" sldId="271"/>
        </pc:sldMkLst>
        <pc:spChg chg="mod">
          <ac:chgData name="023-18-0019" userId="7b31d0ba-cdc3-4a02-9215-356f82e10141" providerId="ADAL" clId="{0CCC6CAB-1B3F-42CB-9360-F8D5F898FF62}" dt="2023-12-14T14:36:56.405" v="159" actId="255"/>
          <ac:spMkLst>
            <pc:docMk/>
            <pc:sldMk cId="0" sldId="271"/>
            <ac:spMk id="311" creationId="{00000000-0000-0000-0000-000000000000}"/>
          </ac:spMkLst>
        </pc:spChg>
        <pc:spChg chg="mod">
          <ac:chgData name="023-18-0019" userId="7b31d0ba-cdc3-4a02-9215-356f82e10141" providerId="ADAL" clId="{0CCC6CAB-1B3F-42CB-9360-F8D5F898FF62}" dt="2023-12-14T14:36:46.846" v="157" actId="255"/>
          <ac:spMkLst>
            <pc:docMk/>
            <pc:sldMk cId="0" sldId="271"/>
            <ac:spMk id="312" creationId="{00000000-0000-0000-0000-000000000000}"/>
          </ac:spMkLst>
        </pc:spChg>
      </pc:sldChg>
      <pc:sldChg chg="modSp mod">
        <pc:chgData name="023-18-0019" userId="7b31d0ba-cdc3-4a02-9215-356f82e10141" providerId="ADAL" clId="{0CCC6CAB-1B3F-42CB-9360-F8D5F898FF62}" dt="2023-12-14T14:38:29.905" v="162" actId="255"/>
        <pc:sldMkLst>
          <pc:docMk/>
          <pc:sldMk cId="0" sldId="276"/>
        </pc:sldMkLst>
        <pc:spChg chg="mod">
          <ac:chgData name="023-18-0019" userId="7b31d0ba-cdc3-4a02-9215-356f82e10141" providerId="ADAL" clId="{0CCC6CAB-1B3F-42CB-9360-F8D5F898FF62}" dt="2023-12-14T14:38:29.905" v="162" actId="255"/>
          <ac:spMkLst>
            <pc:docMk/>
            <pc:sldMk cId="0" sldId="276"/>
            <ac:spMk id="341" creationId="{00000000-0000-0000-0000-000000000000}"/>
          </ac:spMkLst>
        </pc:spChg>
      </pc:sldChg>
      <pc:sldChg chg="modSp mod">
        <pc:chgData name="023-18-0019" userId="7b31d0ba-cdc3-4a02-9215-356f82e10141" providerId="ADAL" clId="{0CCC6CAB-1B3F-42CB-9360-F8D5F898FF62}" dt="2023-12-14T15:28:07.488" v="430" actId="20577"/>
        <pc:sldMkLst>
          <pc:docMk/>
          <pc:sldMk cId="0" sldId="278"/>
        </pc:sldMkLst>
        <pc:spChg chg="mod">
          <ac:chgData name="023-18-0019" userId="7b31d0ba-cdc3-4a02-9215-356f82e10141" providerId="ADAL" clId="{0CCC6CAB-1B3F-42CB-9360-F8D5F898FF62}" dt="2023-12-14T15:28:07.488" v="430" actId="20577"/>
          <ac:spMkLst>
            <pc:docMk/>
            <pc:sldMk cId="0" sldId="278"/>
            <ac:spMk id="352" creationId="{00000000-0000-0000-0000-000000000000}"/>
          </ac:spMkLst>
        </pc:spChg>
      </pc:sldChg>
      <pc:sldChg chg="modSp mod">
        <pc:chgData name="023-18-0019" userId="7b31d0ba-cdc3-4a02-9215-356f82e10141" providerId="ADAL" clId="{0CCC6CAB-1B3F-42CB-9360-F8D5F898FF62}" dt="2023-12-14T15:13:27.019" v="424" actId="20577"/>
        <pc:sldMkLst>
          <pc:docMk/>
          <pc:sldMk cId="0" sldId="279"/>
        </pc:sldMkLst>
        <pc:spChg chg="mod">
          <ac:chgData name="023-18-0019" userId="7b31d0ba-cdc3-4a02-9215-356f82e10141" providerId="ADAL" clId="{0CCC6CAB-1B3F-42CB-9360-F8D5F898FF62}" dt="2023-12-14T15:13:27.019" v="424" actId="20577"/>
          <ac:spMkLst>
            <pc:docMk/>
            <pc:sldMk cId="0" sldId="279"/>
            <ac:spMk id="358" creationId="{00000000-0000-0000-0000-000000000000}"/>
          </ac:spMkLst>
        </pc:spChg>
      </pc:sldChg>
      <pc:sldChg chg="modSp mod">
        <pc:chgData name="023-18-0019" userId="7b31d0ba-cdc3-4a02-9215-356f82e10141" providerId="ADAL" clId="{0CCC6CAB-1B3F-42CB-9360-F8D5F898FF62}" dt="2023-12-14T14:43:32.622" v="344" actId="20577"/>
        <pc:sldMkLst>
          <pc:docMk/>
          <pc:sldMk cId="0" sldId="281"/>
        </pc:sldMkLst>
        <pc:spChg chg="mod">
          <ac:chgData name="023-18-0019" userId="7b31d0ba-cdc3-4a02-9215-356f82e10141" providerId="ADAL" clId="{0CCC6CAB-1B3F-42CB-9360-F8D5F898FF62}" dt="2023-12-14T14:43:32.622" v="344" actId="20577"/>
          <ac:spMkLst>
            <pc:docMk/>
            <pc:sldMk cId="0" sldId="281"/>
            <ac:spMk id="369" creationId="{00000000-0000-0000-0000-000000000000}"/>
          </ac:spMkLst>
        </pc:spChg>
      </pc:sldChg>
      <pc:sldChg chg="addSp delSp modSp add mod ord">
        <pc:chgData name="023-18-0019" userId="7b31d0ba-cdc3-4a02-9215-356f82e10141" providerId="ADAL" clId="{0CCC6CAB-1B3F-42CB-9360-F8D5F898FF62}" dt="2023-12-14T14:34:20.428" v="140" actId="14100"/>
        <pc:sldMkLst>
          <pc:docMk/>
          <pc:sldMk cId="3738085992" sldId="282"/>
        </pc:sldMkLst>
        <pc:spChg chg="mod">
          <ac:chgData name="023-18-0019" userId="7b31d0ba-cdc3-4a02-9215-356f82e10141" providerId="ADAL" clId="{0CCC6CAB-1B3F-42CB-9360-F8D5F898FF62}" dt="2023-12-14T14:33:56.210" v="135"/>
          <ac:spMkLst>
            <pc:docMk/>
            <pc:sldMk cId="3738085992" sldId="282"/>
            <ac:spMk id="299" creationId="{00000000-0000-0000-0000-000000000000}"/>
          </ac:spMkLst>
        </pc:spChg>
        <pc:spChg chg="del mod">
          <ac:chgData name="023-18-0019" userId="7b31d0ba-cdc3-4a02-9215-356f82e10141" providerId="ADAL" clId="{0CCC6CAB-1B3F-42CB-9360-F8D5F898FF62}" dt="2023-12-14T14:31:00.316" v="21" actId="478"/>
          <ac:spMkLst>
            <pc:docMk/>
            <pc:sldMk cId="3738085992" sldId="282"/>
            <ac:spMk id="300" creationId="{00000000-0000-0000-0000-000000000000}"/>
          </ac:spMkLst>
        </pc:spChg>
        <pc:picChg chg="add del mod">
          <ac:chgData name="023-18-0019" userId="7b31d0ba-cdc3-4a02-9215-356f82e10141" providerId="ADAL" clId="{0CCC6CAB-1B3F-42CB-9360-F8D5F898FF62}" dt="2023-12-14T14:34:13.072" v="136" actId="478"/>
          <ac:picMkLst>
            <pc:docMk/>
            <pc:sldMk cId="3738085992" sldId="282"/>
            <ac:picMk id="3" creationId="{E24F199D-99B8-68A3-F8BD-93665C9A9FE1}"/>
          </ac:picMkLst>
        </pc:picChg>
        <pc:picChg chg="add mod">
          <ac:chgData name="023-18-0019" userId="7b31d0ba-cdc3-4a02-9215-356f82e10141" providerId="ADAL" clId="{0CCC6CAB-1B3F-42CB-9360-F8D5F898FF62}" dt="2023-12-14T14:34:20.428" v="140" actId="14100"/>
          <ac:picMkLst>
            <pc:docMk/>
            <pc:sldMk cId="3738085992" sldId="282"/>
            <ac:picMk id="5" creationId="{45F6D7D2-D044-B979-4510-0BE875E1D9C4}"/>
          </ac:picMkLst>
        </pc:picChg>
      </pc:sldChg>
      <pc:sldChg chg="addSp delSp modSp new mod">
        <pc:chgData name="023-18-0019" userId="7b31d0ba-cdc3-4a02-9215-356f82e10141" providerId="ADAL" clId="{0CCC6CAB-1B3F-42CB-9360-F8D5F898FF62}" dt="2023-12-14T14:46:52.177" v="379" actId="20577"/>
        <pc:sldMkLst>
          <pc:docMk/>
          <pc:sldMk cId="1875305386" sldId="283"/>
        </pc:sldMkLst>
        <pc:spChg chg="del">
          <ac:chgData name="023-18-0019" userId="7b31d0ba-cdc3-4a02-9215-356f82e10141" providerId="ADAL" clId="{0CCC6CAB-1B3F-42CB-9360-F8D5F898FF62}" dt="2023-12-14T14:46:08.152" v="352" actId="478"/>
          <ac:spMkLst>
            <pc:docMk/>
            <pc:sldMk cId="1875305386" sldId="283"/>
            <ac:spMk id="2" creationId="{AEF5E5A0-2496-28DC-7FA5-CF4AD3689678}"/>
          </ac:spMkLst>
        </pc:spChg>
        <pc:spChg chg="del mod">
          <ac:chgData name="023-18-0019" userId="7b31d0ba-cdc3-4a02-9215-356f82e10141" providerId="ADAL" clId="{0CCC6CAB-1B3F-42CB-9360-F8D5F898FF62}" dt="2023-12-14T14:46:13.077" v="354" actId="478"/>
          <ac:spMkLst>
            <pc:docMk/>
            <pc:sldMk cId="1875305386" sldId="283"/>
            <ac:spMk id="3" creationId="{7BADB1B0-650E-996A-5DE6-10AB84CC6B3C}"/>
          </ac:spMkLst>
        </pc:spChg>
        <pc:spChg chg="add mod">
          <ac:chgData name="023-18-0019" userId="7b31d0ba-cdc3-4a02-9215-356f82e10141" providerId="ADAL" clId="{0CCC6CAB-1B3F-42CB-9360-F8D5F898FF62}" dt="2023-12-14T14:46:52.177" v="379" actId="20577"/>
          <ac:spMkLst>
            <pc:docMk/>
            <pc:sldMk cId="1875305386" sldId="283"/>
            <ac:spMk id="4" creationId="{285E1B30-9494-01F8-004E-5440530A0E16}"/>
          </ac:spMkLst>
        </pc:spChg>
      </pc:sldChg>
      <pc:sldChg chg="add del">
        <pc:chgData name="023-18-0019" userId="7b31d0ba-cdc3-4a02-9215-356f82e10141" providerId="ADAL" clId="{0CCC6CAB-1B3F-42CB-9360-F8D5F898FF62}" dt="2023-12-14T14:31:02.611" v="23"/>
        <pc:sldMkLst>
          <pc:docMk/>
          <pc:sldMk cId="3078704988" sldId="28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2a5cbea462c_5_133: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g2a5cbea462c_5_1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2a5cbea462c_5_1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24" name="Google Shape;224;g2a5cbea462c_5_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2a5cbea462c_5_1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30" name="Google Shape;230;g2a5cbea462c_5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2a5cbea462c_5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6" name="Google Shape;236;g2a5cbea462c_5_1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2a5cbea462c_5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2" name="Google Shape;242;g2a5cbea462c_5_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2a5cbea462c_5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9" name="Google Shape;249;g2a5cbea462c_5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a5cbea462c_5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g2a5cbea462c_5_1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2a5cbea462c_5_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g2a5cbea462c_5_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a5cbea462c_5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g2a5cbea462c_5_1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2a5cbea462c_5_1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73" name="Google Shape;273;g2a5cbea462c_5_1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a5cbea462c_5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g2a5cbea462c_5_18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2a5cbea462c_5_1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g2a5cbea462c_5_19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2a5cbea462c_5_1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291" name="Google Shape;291;g2a5cbea462c_5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a5cbea462c_5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2a5cbea462c_5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a5cbea462c_5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g2a5cbea462c_5_2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g2a5cbea462c_5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9" name="Google Shape;309;g2a5cbea462c_5_2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g2a5cbea462c_5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g2a5cbea462c_5_20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extLst>
      <p:ext uri="{BB962C8B-B14F-4D97-AF65-F5344CB8AC3E}">
        <p14:creationId xmlns:p14="http://schemas.microsoft.com/office/powerpoint/2010/main" val="3552226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2a5cbea462c_5_2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5" name="Google Shape;315;g2a5cbea462c_5_2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a5cbea462c_5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1" name="Google Shape;321;g2a5cbea462c_5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a5cbea462c_5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g2a5cbea462c_5_2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a5cbea462c_5_2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g2a5cbea462c_5_2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2a5cbea462c_5_2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8" name="Google Shape;338;g2a5cbea462c_5_2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2a5cbea462c_5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4" name="Google Shape;344;g2a5cbea462c_5_2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2a5cbea462c_5_2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49" name="Google Shape;349;g2a5cbea462c_5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a5cbea462c_5_2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55" name="Google Shape;355;g2a5cbea462c_5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2a5cbea462c_5_2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61" name="Google Shape;361;g2a5cbea462c_5_26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2a5cbea462c_5_2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366" name="Google Shape;366;g2a5cbea462c_5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5183188" y="987425"/>
            <a:ext cx="6172200" cy="4873625"/>
          </a:xfrm>
          <a:prstGeom prst="rect">
            <a:avLst/>
          </a:prstGeom>
          <a:noFill/>
          <a:ln>
            <a:noFill/>
          </a:ln>
        </p:spPr>
      </p:sp>
      <p:sp>
        <p:nvSpPr>
          <p:cNvPr id="64" name="Google Shape;64;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3"/>
        <p:cNvGrpSpPr/>
        <p:nvPr/>
      </p:nvGrpSpPr>
      <p:grpSpPr>
        <a:xfrm>
          <a:off x="0" y="0"/>
          <a:ext cx="0" cy="0"/>
          <a:chOff x="0" y="0"/>
          <a:chExt cx="0" cy="0"/>
        </a:xfrm>
      </p:grpSpPr>
      <p:grpSp>
        <p:nvGrpSpPr>
          <p:cNvPr id="94" name="Google Shape;94;p14"/>
          <p:cNvGrpSpPr/>
          <p:nvPr/>
        </p:nvGrpSpPr>
        <p:grpSpPr>
          <a:xfrm>
            <a:off x="546100" y="-4763"/>
            <a:ext cx="5014912" cy="6862763"/>
            <a:chOff x="2928938" y="-4763"/>
            <a:chExt cx="5014912" cy="6862763"/>
          </a:xfrm>
        </p:grpSpPr>
        <p:sp>
          <p:nvSpPr>
            <p:cNvPr id="95" name="Google Shape;95;p14"/>
            <p:cNvSpPr/>
            <p:nvPr/>
          </p:nvSpPr>
          <p:spPr>
            <a:xfrm>
              <a:off x="3367088" y="-4763"/>
              <a:ext cx="1063625" cy="2782888"/>
            </a:xfrm>
            <a:custGeom>
              <a:avLst/>
              <a:gdLst/>
              <a:ahLst/>
              <a:cxnLst/>
              <a:rect l="l" t="t" r="r" b="b"/>
              <a:pathLst>
                <a:path w="670" h="1753" extrusionOk="0">
                  <a:moveTo>
                    <a:pt x="0" y="1696"/>
                  </a:moveTo>
                  <a:lnTo>
                    <a:pt x="225" y="1753"/>
                  </a:lnTo>
                  <a:lnTo>
                    <a:pt x="670" y="0"/>
                  </a:lnTo>
                  <a:lnTo>
                    <a:pt x="430" y="0"/>
                  </a:lnTo>
                  <a:lnTo>
                    <a:pt x="0" y="1696"/>
                  </a:lnTo>
                  <a:close/>
                </a:path>
              </a:pathLst>
            </a:custGeom>
            <a:solidFill>
              <a:schemeClr val="accent1"/>
            </a:solidFill>
            <a:ln>
              <a:noFill/>
            </a:ln>
          </p:spPr>
        </p:sp>
        <p:sp>
          <p:nvSpPr>
            <p:cNvPr id="96" name="Google Shape;96;p14"/>
            <p:cNvSpPr/>
            <p:nvPr/>
          </p:nvSpPr>
          <p:spPr>
            <a:xfrm>
              <a:off x="2928938" y="-4763"/>
              <a:ext cx="1035050" cy="2673350"/>
            </a:xfrm>
            <a:custGeom>
              <a:avLst/>
              <a:gdLst/>
              <a:ahLst/>
              <a:cxnLst/>
              <a:rect l="l" t="t" r="r" b="b"/>
              <a:pathLst>
                <a:path w="652" h="1684" extrusionOk="0">
                  <a:moveTo>
                    <a:pt x="225" y="1684"/>
                  </a:moveTo>
                  <a:lnTo>
                    <a:pt x="652" y="0"/>
                  </a:lnTo>
                  <a:lnTo>
                    <a:pt x="411" y="0"/>
                  </a:lnTo>
                  <a:lnTo>
                    <a:pt x="0" y="1627"/>
                  </a:lnTo>
                  <a:lnTo>
                    <a:pt x="219" y="1681"/>
                  </a:lnTo>
                  <a:lnTo>
                    <a:pt x="225" y="1684"/>
                  </a:lnTo>
                  <a:close/>
                </a:path>
              </a:pathLst>
            </a:custGeom>
            <a:solidFill>
              <a:srgbClr val="595959"/>
            </a:solidFill>
            <a:ln>
              <a:noFill/>
            </a:ln>
          </p:spPr>
        </p:sp>
        <p:sp>
          <p:nvSpPr>
            <p:cNvPr id="97" name="Google Shape;97;p14"/>
            <p:cNvSpPr/>
            <p:nvPr/>
          </p:nvSpPr>
          <p:spPr>
            <a:xfrm>
              <a:off x="2928938" y="2582862"/>
              <a:ext cx="2693987" cy="4275138"/>
            </a:xfrm>
            <a:custGeom>
              <a:avLst/>
              <a:gdLst/>
              <a:ahLst/>
              <a:cxnLst/>
              <a:rect l="l" t="t" r="r" b="b"/>
              <a:pathLst>
                <a:path w="1697" h="2693" extrusionOk="0">
                  <a:moveTo>
                    <a:pt x="0" y="0"/>
                  </a:moveTo>
                  <a:lnTo>
                    <a:pt x="1622" y="2693"/>
                  </a:lnTo>
                  <a:lnTo>
                    <a:pt x="1697" y="2693"/>
                  </a:lnTo>
                  <a:lnTo>
                    <a:pt x="0" y="0"/>
                  </a:lnTo>
                  <a:close/>
                </a:path>
              </a:pathLst>
            </a:custGeom>
            <a:solidFill>
              <a:srgbClr val="262626"/>
            </a:solidFill>
            <a:ln>
              <a:noFill/>
            </a:ln>
          </p:spPr>
        </p:sp>
        <p:sp>
          <p:nvSpPr>
            <p:cNvPr id="98" name="Google Shape;98;p14"/>
            <p:cNvSpPr/>
            <p:nvPr/>
          </p:nvSpPr>
          <p:spPr>
            <a:xfrm>
              <a:off x="3371850" y="2692400"/>
              <a:ext cx="3332162" cy="4165600"/>
            </a:xfrm>
            <a:custGeom>
              <a:avLst/>
              <a:gdLst/>
              <a:ahLst/>
              <a:cxnLst/>
              <a:rect l="l" t="t" r="r" b="b"/>
              <a:pathLst>
                <a:path w="2099" h="2624" extrusionOk="0">
                  <a:moveTo>
                    <a:pt x="2099" y="2624"/>
                  </a:moveTo>
                  <a:lnTo>
                    <a:pt x="0" y="0"/>
                  </a:lnTo>
                  <a:lnTo>
                    <a:pt x="2021" y="2624"/>
                  </a:lnTo>
                  <a:lnTo>
                    <a:pt x="2099" y="2624"/>
                  </a:lnTo>
                  <a:close/>
                </a:path>
              </a:pathLst>
            </a:custGeom>
            <a:solidFill>
              <a:srgbClr val="0B5982"/>
            </a:solidFill>
            <a:ln>
              <a:noFill/>
            </a:ln>
          </p:spPr>
        </p:sp>
        <p:sp>
          <p:nvSpPr>
            <p:cNvPr id="99" name="Google Shape;99;p14"/>
            <p:cNvSpPr/>
            <p:nvPr/>
          </p:nvSpPr>
          <p:spPr>
            <a:xfrm>
              <a:off x="3367088" y="2687637"/>
              <a:ext cx="4576762" cy="4170363"/>
            </a:xfrm>
            <a:custGeom>
              <a:avLst/>
              <a:gdLst/>
              <a:ahLst/>
              <a:cxnLst/>
              <a:rect l="l" t="t" r="r" b="b"/>
              <a:pathLst>
                <a:path w="2883" h="2627" extrusionOk="0">
                  <a:moveTo>
                    <a:pt x="0" y="0"/>
                  </a:moveTo>
                  <a:lnTo>
                    <a:pt x="3" y="3"/>
                  </a:lnTo>
                  <a:lnTo>
                    <a:pt x="2102" y="2627"/>
                  </a:lnTo>
                  <a:lnTo>
                    <a:pt x="2883" y="2627"/>
                  </a:lnTo>
                  <a:lnTo>
                    <a:pt x="225" y="57"/>
                  </a:lnTo>
                  <a:lnTo>
                    <a:pt x="0" y="0"/>
                  </a:lnTo>
                  <a:close/>
                </a:path>
              </a:pathLst>
            </a:custGeom>
            <a:solidFill>
              <a:srgbClr val="1186C3"/>
            </a:solidFill>
            <a:ln>
              <a:noFill/>
            </a:ln>
          </p:spPr>
        </p:sp>
        <p:sp>
          <p:nvSpPr>
            <p:cNvPr id="100" name="Google Shape;100;p14"/>
            <p:cNvSpPr/>
            <p:nvPr/>
          </p:nvSpPr>
          <p:spPr>
            <a:xfrm>
              <a:off x="2928938" y="2578100"/>
              <a:ext cx="3584575" cy="4279900"/>
            </a:xfrm>
            <a:custGeom>
              <a:avLst/>
              <a:gdLst/>
              <a:ahLst/>
              <a:cxnLst/>
              <a:rect l="l" t="t" r="r" b="b"/>
              <a:pathLst>
                <a:path w="2258" h="2696" extrusionOk="0">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101" name="Google Shape;101;p14"/>
          <p:cNvSpPr txBox="1">
            <a:spLocks noGrp="1"/>
          </p:cNvSpPr>
          <p:nvPr>
            <p:ph type="ctrTitle"/>
          </p:nvPr>
        </p:nvSpPr>
        <p:spPr>
          <a:xfrm>
            <a:off x="2928401" y="1380068"/>
            <a:ext cx="8574622" cy="2616199"/>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6000"/>
              <a:buFont typeface="Corbel"/>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2" name="Google Shape;102;p14"/>
          <p:cNvSpPr txBox="1">
            <a:spLocks noGrp="1"/>
          </p:cNvSpPr>
          <p:nvPr>
            <p:ph type="subTitle" idx="1"/>
          </p:nvPr>
        </p:nvSpPr>
        <p:spPr>
          <a:xfrm>
            <a:off x="4515377" y="3996267"/>
            <a:ext cx="6987645" cy="1388534"/>
          </a:xfrm>
          <a:prstGeom prst="rect">
            <a:avLst/>
          </a:prstGeom>
          <a:noFill/>
          <a:ln>
            <a:noFill/>
          </a:ln>
        </p:spPr>
        <p:txBody>
          <a:bodyPr spcFirstLastPara="1" wrap="square" lIns="91425" tIns="45700" rIns="91425" bIns="45700" anchor="t" anchorCtr="0">
            <a:normAutofit/>
          </a:bodyPr>
          <a:lstStyle>
            <a:lvl1pPr lvl="0" algn="r">
              <a:spcBef>
                <a:spcPts val="420"/>
              </a:spcBef>
              <a:spcAft>
                <a:spcPts val="0"/>
              </a:spcAft>
              <a:buSzPts val="3045"/>
              <a:buNone/>
              <a:defRPr sz="2100">
                <a:solidFill>
                  <a:schemeClr val="dk1"/>
                </a:solidFill>
              </a:defRPr>
            </a:lvl1pPr>
            <a:lvl2pPr lvl="1" algn="ctr">
              <a:spcBef>
                <a:spcPts val="600"/>
              </a:spcBef>
              <a:spcAft>
                <a:spcPts val="0"/>
              </a:spcAft>
              <a:buSzPts val="2900"/>
              <a:buNone/>
              <a:defRPr>
                <a:solidFill>
                  <a:srgbClr val="888888"/>
                </a:solidFill>
              </a:defRPr>
            </a:lvl2pPr>
            <a:lvl3pPr lvl="2" algn="ctr">
              <a:spcBef>
                <a:spcPts val="600"/>
              </a:spcBef>
              <a:spcAft>
                <a:spcPts val="0"/>
              </a:spcAft>
              <a:buSzPts val="2610"/>
              <a:buNone/>
              <a:defRPr>
                <a:solidFill>
                  <a:srgbClr val="888888"/>
                </a:solidFill>
              </a:defRPr>
            </a:lvl3pPr>
            <a:lvl4pPr lvl="3" algn="ctr">
              <a:spcBef>
                <a:spcPts val="600"/>
              </a:spcBef>
              <a:spcAft>
                <a:spcPts val="0"/>
              </a:spcAft>
              <a:buSzPts val="2320"/>
              <a:buNone/>
              <a:defRPr>
                <a:solidFill>
                  <a:srgbClr val="888888"/>
                </a:solidFill>
              </a:defRPr>
            </a:lvl4pPr>
            <a:lvl5pPr lvl="4" algn="ctr">
              <a:spcBef>
                <a:spcPts val="600"/>
              </a:spcBef>
              <a:spcAft>
                <a:spcPts val="0"/>
              </a:spcAft>
              <a:buSzPts val="2030"/>
              <a:buNone/>
              <a:defRPr>
                <a:solidFill>
                  <a:srgbClr val="888888"/>
                </a:solidFill>
              </a:defRPr>
            </a:lvl5pPr>
            <a:lvl6pPr lvl="5" algn="ctr">
              <a:spcBef>
                <a:spcPts val="600"/>
              </a:spcBef>
              <a:spcAft>
                <a:spcPts val="0"/>
              </a:spcAft>
              <a:buSzPts val="2030"/>
              <a:buNone/>
              <a:defRPr>
                <a:solidFill>
                  <a:srgbClr val="888888"/>
                </a:solidFill>
              </a:defRPr>
            </a:lvl6pPr>
            <a:lvl7pPr lvl="6" algn="ctr">
              <a:spcBef>
                <a:spcPts val="600"/>
              </a:spcBef>
              <a:spcAft>
                <a:spcPts val="0"/>
              </a:spcAft>
              <a:buSzPts val="2030"/>
              <a:buNone/>
              <a:defRPr>
                <a:solidFill>
                  <a:srgbClr val="888888"/>
                </a:solidFill>
              </a:defRPr>
            </a:lvl7pPr>
            <a:lvl8pPr lvl="7" algn="ctr">
              <a:spcBef>
                <a:spcPts val="600"/>
              </a:spcBef>
              <a:spcAft>
                <a:spcPts val="0"/>
              </a:spcAft>
              <a:buSzPts val="2030"/>
              <a:buNone/>
              <a:defRPr>
                <a:solidFill>
                  <a:srgbClr val="888888"/>
                </a:solidFill>
              </a:defRPr>
            </a:lvl8pPr>
            <a:lvl9pPr lvl="8" algn="ctr">
              <a:spcBef>
                <a:spcPts val="600"/>
              </a:spcBef>
              <a:spcAft>
                <a:spcPts val="600"/>
              </a:spcAft>
              <a:buSzPts val="2030"/>
              <a:buNone/>
              <a:defRPr>
                <a:solidFill>
                  <a:srgbClr val="888888"/>
                </a:solidFill>
              </a:defRPr>
            </a:lvl9pPr>
          </a:lstStyle>
          <a:p>
            <a:endParaRPr/>
          </a:p>
        </p:txBody>
      </p:sp>
      <p:sp>
        <p:nvSpPr>
          <p:cNvPr id="103" name="Google Shape;103;p1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4"/>
          <p:cNvSpPr txBox="1">
            <a:spLocks noGrp="1"/>
          </p:cNvSpPr>
          <p:nvPr>
            <p:ph type="ftr" idx="11"/>
          </p:nvPr>
        </p:nvSpPr>
        <p:spPr>
          <a:xfrm>
            <a:off x="5332412" y="5883275"/>
            <a:ext cx="4324044"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6"/>
        <p:cNvGrpSpPr/>
        <p:nvPr/>
      </p:nvGrpSpPr>
      <p:grpSpPr>
        <a:xfrm>
          <a:off x="0" y="0"/>
          <a:ext cx="0" cy="0"/>
          <a:chOff x="0" y="0"/>
          <a:chExt cx="0" cy="0"/>
        </a:xfrm>
      </p:grpSpPr>
      <p:sp>
        <p:nvSpPr>
          <p:cNvPr id="107" name="Google Shape;107;p15"/>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8" name="Google Shape;108;p15"/>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09" name="Google Shape;109;p1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5"/>
          <p:cNvSpPr txBox="1">
            <a:spLocks noGrp="1"/>
          </p:cNvSpPr>
          <p:nvPr>
            <p:ph type="sldNum" idx="12"/>
          </p:nvPr>
        </p:nvSpPr>
        <p:spPr>
          <a:xfrm>
            <a:off x="10951856" y="5867131"/>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2"/>
        <p:cNvGrpSpPr/>
        <p:nvPr/>
      </p:nvGrpSpPr>
      <p:grpSpPr>
        <a:xfrm>
          <a:off x="0" y="0"/>
          <a:ext cx="0" cy="0"/>
          <a:chOff x="0" y="0"/>
          <a:chExt cx="0" cy="0"/>
        </a:xfrm>
      </p:grpSpPr>
      <p:sp>
        <p:nvSpPr>
          <p:cNvPr id="113" name="Google Shape;113;p16"/>
          <p:cNvSpPr txBox="1">
            <a:spLocks noGrp="1"/>
          </p:cNvSpPr>
          <p:nvPr>
            <p:ph type="title"/>
          </p:nvPr>
        </p:nvSpPr>
        <p:spPr>
          <a:xfrm>
            <a:off x="2572279" y="2666999"/>
            <a:ext cx="8930747" cy="2110382"/>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4000"/>
              <a:buFont typeface="Corbel"/>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6"/>
          <p:cNvSpPr txBox="1">
            <a:spLocks noGrp="1"/>
          </p:cNvSpPr>
          <p:nvPr>
            <p:ph type="body" idx="1"/>
          </p:nvPr>
        </p:nvSpPr>
        <p:spPr>
          <a:xfrm>
            <a:off x="2572278" y="4777381"/>
            <a:ext cx="8930748"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15" name="Google Shape;115;p1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1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8"/>
        <p:cNvGrpSpPr/>
        <p:nvPr/>
      </p:nvGrpSpPr>
      <p:grpSpPr>
        <a:xfrm>
          <a:off x="0" y="0"/>
          <a:ext cx="0" cy="0"/>
          <a:chOff x="0" y="0"/>
          <a:chExt cx="0" cy="0"/>
        </a:xfrm>
      </p:grpSpPr>
      <p:sp>
        <p:nvSpPr>
          <p:cNvPr id="119" name="Google Shape;119;p17"/>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0" name="Google Shape;120;p17"/>
          <p:cNvSpPr txBox="1">
            <a:spLocks noGrp="1"/>
          </p:cNvSpPr>
          <p:nvPr>
            <p:ph type="body" idx="1"/>
          </p:nvPr>
        </p:nvSpPr>
        <p:spPr>
          <a:xfrm>
            <a:off x="1484312" y="2666999"/>
            <a:ext cx="4895055" cy="3124201"/>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121" name="Google Shape;121;p17"/>
          <p:cNvSpPr txBox="1">
            <a:spLocks noGrp="1"/>
          </p:cNvSpPr>
          <p:nvPr>
            <p:ph type="body" idx="2"/>
          </p:nvPr>
        </p:nvSpPr>
        <p:spPr>
          <a:xfrm>
            <a:off x="6607967" y="2667000"/>
            <a:ext cx="4895056" cy="3124200"/>
          </a:xfrm>
          <a:prstGeom prst="rect">
            <a:avLst/>
          </a:prstGeom>
          <a:noFill/>
          <a:ln>
            <a:noFill/>
          </a:ln>
        </p:spPr>
        <p:txBody>
          <a:bodyPr spcFirstLastPara="1" wrap="square" lIns="91425" tIns="45700" rIns="91425" bIns="45700" anchor="ctr"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122" name="Google Shape;122;p1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1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5"/>
        <p:cNvGrpSpPr/>
        <p:nvPr/>
      </p:nvGrpSpPr>
      <p:grpSpPr>
        <a:xfrm>
          <a:off x="0" y="0"/>
          <a:ext cx="0" cy="0"/>
          <a:chOff x="0" y="0"/>
          <a:chExt cx="0" cy="0"/>
        </a:xfrm>
      </p:grpSpPr>
      <p:sp>
        <p:nvSpPr>
          <p:cNvPr id="126" name="Google Shape;126;p18"/>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8"/>
          <p:cNvSpPr txBox="1">
            <a:spLocks noGrp="1"/>
          </p:cNvSpPr>
          <p:nvPr>
            <p:ph type="body" idx="1"/>
          </p:nvPr>
        </p:nvSpPr>
        <p:spPr>
          <a:xfrm>
            <a:off x="1772179" y="2658533"/>
            <a:ext cx="4607188"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128" name="Google Shape;128;p18"/>
          <p:cNvSpPr txBox="1">
            <a:spLocks noGrp="1"/>
          </p:cNvSpPr>
          <p:nvPr>
            <p:ph type="body" idx="2"/>
          </p:nvPr>
        </p:nvSpPr>
        <p:spPr>
          <a:xfrm>
            <a:off x="1484311"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129" name="Google Shape;129;p18"/>
          <p:cNvSpPr txBox="1">
            <a:spLocks noGrp="1"/>
          </p:cNvSpPr>
          <p:nvPr>
            <p:ph type="body" idx="3"/>
          </p:nvPr>
        </p:nvSpPr>
        <p:spPr>
          <a:xfrm>
            <a:off x="6880487" y="2667000"/>
            <a:ext cx="4622537" cy="576262"/>
          </a:xfrm>
          <a:prstGeom prst="rect">
            <a:avLst/>
          </a:prstGeom>
          <a:noFill/>
          <a:ln>
            <a:noFill/>
          </a:ln>
        </p:spPr>
        <p:txBody>
          <a:bodyPr spcFirstLastPara="1" wrap="square" lIns="91425" tIns="45700" rIns="91425" bIns="45700" anchor="b" anchorCtr="0">
            <a:noAutofit/>
          </a:bodyPr>
          <a:lstStyle>
            <a:lvl1pPr marL="457200" lvl="0" indent="-228600" algn="l">
              <a:spcBef>
                <a:spcPts val="560"/>
              </a:spcBef>
              <a:spcAft>
                <a:spcPts val="0"/>
              </a:spcAft>
              <a:buSzPts val="4060"/>
              <a:buNone/>
              <a:defRPr sz="2800" b="0">
                <a:solidFill>
                  <a:srgbClr val="1186C3"/>
                </a:solidFill>
              </a:defRPr>
            </a:lvl1pPr>
            <a:lvl2pPr marL="914400" lvl="1" indent="-228600" algn="l">
              <a:spcBef>
                <a:spcPts val="600"/>
              </a:spcBef>
              <a:spcAft>
                <a:spcPts val="0"/>
              </a:spcAft>
              <a:buSzPts val="2900"/>
              <a:buNone/>
              <a:defRPr sz="2000" b="1"/>
            </a:lvl2pPr>
            <a:lvl3pPr marL="1371600" lvl="2" indent="-228600" algn="l">
              <a:spcBef>
                <a:spcPts val="600"/>
              </a:spcBef>
              <a:spcAft>
                <a:spcPts val="0"/>
              </a:spcAft>
              <a:buSzPts val="2610"/>
              <a:buNone/>
              <a:defRPr sz="1800" b="1"/>
            </a:lvl3pPr>
            <a:lvl4pPr marL="1828800" lvl="3" indent="-228600" algn="l">
              <a:spcBef>
                <a:spcPts val="600"/>
              </a:spcBef>
              <a:spcAft>
                <a:spcPts val="0"/>
              </a:spcAft>
              <a:buSzPts val="2320"/>
              <a:buNone/>
              <a:defRPr sz="1600" b="1"/>
            </a:lvl4pPr>
            <a:lvl5pPr marL="2286000" lvl="4" indent="-228600" algn="l">
              <a:spcBef>
                <a:spcPts val="600"/>
              </a:spcBef>
              <a:spcAft>
                <a:spcPts val="0"/>
              </a:spcAft>
              <a:buSzPts val="2320"/>
              <a:buNone/>
              <a:defRPr sz="1600" b="1"/>
            </a:lvl5pPr>
            <a:lvl6pPr marL="2743200" lvl="5" indent="-228600" algn="l">
              <a:spcBef>
                <a:spcPts val="600"/>
              </a:spcBef>
              <a:spcAft>
                <a:spcPts val="0"/>
              </a:spcAft>
              <a:buSzPts val="2320"/>
              <a:buNone/>
              <a:defRPr sz="1600" b="1"/>
            </a:lvl6pPr>
            <a:lvl7pPr marL="3200400" lvl="6" indent="-228600" algn="l">
              <a:spcBef>
                <a:spcPts val="600"/>
              </a:spcBef>
              <a:spcAft>
                <a:spcPts val="0"/>
              </a:spcAft>
              <a:buSzPts val="2320"/>
              <a:buNone/>
              <a:defRPr sz="1600" b="1"/>
            </a:lvl7pPr>
            <a:lvl8pPr marL="3657600" lvl="7" indent="-228600" algn="l">
              <a:spcBef>
                <a:spcPts val="600"/>
              </a:spcBef>
              <a:spcAft>
                <a:spcPts val="0"/>
              </a:spcAft>
              <a:buSzPts val="2320"/>
              <a:buNone/>
              <a:defRPr sz="1600" b="1"/>
            </a:lvl8pPr>
            <a:lvl9pPr marL="4114800" lvl="8" indent="-228600" algn="l">
              <a:spcBef>
                <a:spcPts val="600"/>
              </a:spcBef>
              <a:spcAft>
                <a:spcPts val="600"/>
              </a:spcAft>
              <a:buSzPts val="2320"/>
              <a:buNone/>
              <a:defRPr sz="1600" b="1"/>
            </a:lvl9pPr>
          </a:lstStyle>
          <a:p>
            <a:endParaRPr/>
          </a:p>
        </p:txBody>
      </p:sp>
      <p:sp>
        <p:nvSpPr>
          <p:cNvPr id="130" name="Google Shape;130;p18"/>
          <p:cNvSpPr txBox="1">
            <a:spLocks noGrp="1"/>
          </p:cNvSpPr>
          <p:nvPr>
            <p:ph type="body" idx="4"/>
          </p:nvPr>
        </p:nvSpPr>
        <p:spPr>
          <a:xfrm>
            <a:off x="6607967" y="3335337"/>
            <a:ext cx="4895056" cy="245586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sz="1800"/>
            </a:lvl1pPr>
            <a:lvl2pPr marL="914400" lvl="1" indent="-375919" algn="l">
              <a:spcBef>
                <a:spcPts val="600"/>
              </a:spcBef>
              <a:spcAft>
                <a:spcPts val="0"/>
              </a:spcAft>
              <a:buSzPts val="2320"/>
              <a:buChar char="•"/>
              <a:defRPr sz="1600"/>
            </a:lvl2pPr>
            <a:lvl3pPr marL="1371600" lvl="2" indent="-357505" algn="l">
              <a:spcBef>
                <a:spcPts val="600"/>
              </a:spcBef>
              <a:spcAft>
                <a:spcPts val="0"/>
              </a:spcAft>
              <a:buSzPts val="2030"/>
              <a:buChar char="•"/>
              <a:defRPr sz="1400"/>
            </a:lvl3pPr>
            <a:lvl4pPr marL="1828800" lvl="3" indent="-339089" algn="l">
              <a:spcBef>
                <a:spcPts val="600"/>
              </a:spcBef>
              <a:spcAft>
                <a:spcPts val="0"/>
              </a:spcAft>
              <a:buSzPts val="1740"/>
              <a:buChar char="•"/>
              <a:defRPr sz="1200"/>
            </a:lvl4pPr>
            <a:lvl5pPr marL="2286000" lvl="4" indent="-339089" algn="l">
              <a:spcBef>
                <a:spcPts val="600"/>
              </a:spcBef>
              <a:spcAft>
                <a:spcPts val="0"/>
              </a:spcAft>
              <a:buSzPts val="1740"/>
              <a:buChar char="•"/>
              <a:defRPr sz="1200"/>
            </a:lvl5pPr>
            <a:lvl6pPr marL="2743200" lvl="5" indent="-339089" algn="l">
              <a:spcBef>
                <a:spcPts val="600"/>
              </a:spcBef>
              <a:spcAft>
                <a:spcPts val="0"/>
              </a:spcAft>
              <a:buSzPts val="1740"/>
              <a:buChar char="•"/>
              <a:defRPr sz="1200"/>
            </a:lvl6pPr>
            <a:lvl7pPr marL="3200400" lvl="6" indent="-339089" algn="l">
              <a:spcBef>
                <a:spcPts val="600"/>
              </a:spcBef>
              <a:spcAft>
                <a:spcPts val="0"/>
              </a:spcAft>
              <a:buSzPts val="1740"/>
              <a:buChar char="•"/>
              <a:defRPr sz="1200"/>
            </a:lvl7pPr>
            <a:lvl8pPr marL="3657600" lvl="7" indent="-339090" algn="l">
              <a:spcBef>
                <a:spcPts val="600"/>
              </a:spcBef>
              <a:spcAft>
                <a:spcPts val="0"/>
              </a:spcAft>
              <a:buSzPts val="1740"/>
              <a:buChar char="•"/>
              <a:defRPr sz="1200"/>
            </a:lvl8pPr>
            <a:lvl9pPr marL="4114800" lvl="8" indent="-339090" algn="l">
              <a:spcBef>
                <a:spcPts val="600"/>
              </a:spcBef>
              <a:spcAft>
                <a:spcPts val="600"/>
              </a:spcAft>
              <a:buSzPts val="1740"/>
              <a:buChar char="•"/>
              <a:defRPr sz="1200"/>
            </a:lvl9pPr>
          </a:lstStyle>
          <a:p>
            <a:endParaRPr/>
          </a:p>
        </p:txBody>
      </p:sp>
      <p:sp>
        <p:nvSpPr>
          <p:cNvPr id="131" name="Google Shape;131;p1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1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34"/>
        <p:cNvGrpSpPr/>
        <p:nvPr/>
      </p:nvGrpSpPr>
      <p:grpSpPr>
        <a:xfrm>
          <a:off x="0" y="0"/>
          <a:ext cx="0" cy="0"/>
          <a:chOff x="0" y="0"/>
          <a:chExt cx="0" cy="0"/>
        </a:xfrm>
      </p:grpSpPr>
      <p:sp>
        <p:nvSpPr>
          <p:cNvPr id="135" name="Google Shape;135;p19"/>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1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9"/>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1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9"/>
        <p:cNvGrpSpPr/>
        <p:nvPr/>
      </p:nvGrpSpPr>
      <p:grpSpPr>
        <a:xfrm>
          <a:off x="0" y="0"/>
          <a:ext cx="0" cy="0"/>
          <a:chOff x="0" y="0"/>
          <a:chExt cx="0" cy="0"/>
        </a:xfrm>
      </p:grpSpPr>
      <p:sp>
        <p:nvSpPr>
          <p:cNvPr id="140" name="Google Shape;140;p2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1484312" y="1600200"/>
            <a:ext cx="3549121"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1"/>
          <p:cNvSpPr txBox="1">
            <a:spLocks noGrp="1"/>
          </p:cNvSpPr>
          <p:nvPr>
            <p:ph type="body" idx="1"/>
          </p:nvPr>
        </p:nvSpPr>
        <p:spPr>
          <a:xfrm>
            <a:off x="5262033" y="685799"/>
            <a:ext cx="6240990" cy="5105401"/>
          </a:xfrm>
          <a:prstGeom prst="rect">
            <a:avLst/>
          </a:prstGeom>
          <a:noFill/>
          <a:ln>
            <a:noFill/>
          </a:ln>
        </p:spPr>
        <p:txBody>
          <a:bodyPr spcFirstLastPara="1" wrap="square" lIns="91425" tIns="45700" rIns="91425" bIns="45700" anchor="ctr" anchorCtr="0">
            <a:normAutofit/>
          </a:bodyPr>
          <a:lstStyle>
            <a:lvl1pPr marL="457200" lvl="0" indent="-412750" algn="l">
              <a:spcBef>
                <a:spcPts val="400"/>
              </a:spcBef>
              <a:spcAft>
                <a:spcPts val="0"/>
              </a:spcAft>
              <a:buSzPts val="2900"/>
              <a:buChar char="•"/>
              <a:defRPr sz="2000"/>
            </a:lvl1pPr>
            <a:lvl2pPr marL="914400" lvl="1" indent="-394335" algn="l">
              <a:spcBef>
                <a:spcPts val="600"/>
              </a:spcBef>
              <a:spcAft>
                <a:spcPts val="0"/>
              </a:spcAft>
              <a:buSzPts val="2610"/>
              <a:buChar char="•"/>
              <a:defRPr sz="1800"/>
            </a:lvl2pPr>
            <a:lvl3pPr marL="1371600" lvl="2" indent="-375919" algn="l">
              <a:spcBef>
                <a:spcPts val="600"/>
              </a:spcBef>
              <a:spcAft>
                <a:spcPts val="0"/>
              </a:spcAft>
              <a:buSzPts val="2320"/>
              <a:buChar char="•"/>
              <a:defRPr sz="1600"/>
            </a:lvl3pPr>
            <a:lvl4pPr marL="1828800" lvl="3" indent="-357505" algn="l">
              <a:spcBef>
                <a:spcPts val="600"/>
              </a:spcBef>
              <a:spcAft>
                <a:spcPts val="0"/>
              </a:spcAft>
              <a:buSzPts val="2030"/>
              <a:buChar char="•"/>
              <a:defRPr sz="1400"/>
            </a:lvl4pPr>
            <a:lvl5pPr marL="2286000" lvl="4" indent="-357504" algn="l">
              <a:spcBef>
                <a:spcPts val="600"/>
              </a:spcBef>
              <a:spcAft>
                <a:spcPts val="0"/>
              </a:spcAft>
              <a:buSzPts val="2030"/>
              <a:buChar char="•"/>
              <a:defRPr sz="1400"/>
            </a:lvl5pPr>
            <a:lvl6pPr marL="2743200" lvl="5" indent="-357504" algn="l">
              <a:spcBef>
                <a:spcPts val="600"/>
              </a:spcBef>
              <a:spcAft>
                <a:spcPts val="0"/>
              </a:spcAft>
              <a:buSzPts val="2030"/>
              <a:buChar char="•"/>
              <a:defRPr sz="1400"/>
            </a:lvl6pPr>
            <a:lvl7pPr marL="3200400" lvl="6" indent="-357504" algn="l">
              <a:spcBef>
                <a:spcPts val="600"/>
              </a:spcBef>
              <a:spcAft>
                <a:spcPts val="0"/>
              </a:spcAft>
              <a:buSzPts val="2030"/>
              <a:buChar char="•"/>
              <a:defRPr sz="1400"/>
            </a:lvl7pPr>
            <a:lvl8pPr marL="3657600" lvl="7" indent="-357504" algn="l">
              <a:spcBef>
                <a:spcPts val="600"/>
              </a:spcBef>
              <a:spcAft>
                <a:spcPts val="0"/>
              </a:spcAft>
              <a:buSzPts val="2030"/>
              <a:buChar char="•"/>
              <a:defRPr sz="1400"/>
            </a:lvl8pPr>
            <a:lvl9pPr marL="4114800" lvl="8" indent="-357504" algn="l">
              <a:spcBef>
                <a:spcPts val="600"/>
              </a:spcBef>
              <a:spcAft>
                <a:spcPts val="600"/>
              </a:spcAft>
              <a:buSzPts val="2030"/>
              <a:buChar char="•"/>
              <a:defRPr sz="1400"/>
            </a:lvl9pPr>
          </a:lstStyle>
          <a:p>
            <a:endParaRPr/>
          </a:p>
        </p:txBody>
      </p:sp>
      <p:sp>
        <p:nvSpPr>
          <p:cNvPr id="146" name="Google Shape;146;p21"/>
          <p:cNvSpPr txBox="1">
            <a:spLocks noGrp="1"/>
          </p:cNvSpPr>
          <p:nvPr>
            <p:ph type="body" idx="2"/>
          </p:nvPr>
        </p:nvSpPr>
        <p:spPr>
          <a:xfrm>
            <a:off x="1484312" y="2971800"/>
            <a:ext cx="3549121"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20"/>
              </a:spcBef>
              <a:spcAft>
                <a:spcPts val="0"/>
              </a:spcAft>
              <a:buSzPts val="2320"/>
              <a:buNone/>
              <a:defRPr sz="16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147" name="Google Shape;147;p21"/>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1"/>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21"/>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1482724" y="1752599"/>
            <a:ext cx="5426158" cy="1371600"/>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800"/>
              <a:buFont typeface="Corbel"/>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2"/>
          <p:cNvSpPr>
            <a:spLocks noGrp="1"/>
          </p:cNvSpPr>
          <p:nvPr>
            <p:ph type="pic" idx="2"/>
          </p:nvPr>
        </p:nvSpPr>
        <p:spPr>
          <a:xfrm>
            <a:off x="7594682" y="914400"/>
            <a:ext cx="3280974" cy="4572000"/>
          </a:xfrm>
          <a:prstGeom prst="roundRect">
            <a:avLst>
              <a:gd name="adj" fmla="val 4280"/>
            </a:avLst>
          </a:prstGeom>
          <a:noFill/>
          <a:ln w="38100" cap="flat" cmpd="sng">
            <a:solidFill>
              <a:schemeClr val="lt2"/>
            </a:solidFill>
            <a:prstDash val="solid"/>
            <a:round/>
            <a:headEnd type="none" w="sm" len="sm"/>
            <a:tailEnd type="none" w="sm" len="sm"/>
          </a:ln>
        </p:spPr>
      </p:sp>
      <p:sp>
        <p:nvSpPr>
          <p:cNvPr id="153" name="Google Shape;153;p22"/>
          <p:cNvSpPr txBox="1">
            <a:spLocks noGrp="1"/>
          </p:cNvSpPr>
          <p:nvPr>
            <p:ph type="body" idx="1"/>
          </p:nvPr>
        </p:nvSpPr>
        <p:spPr>
          <a:xfrm>
            <a:off x="1482724" y="3124199"/>
            <a:ext cx="5426158" cy="1828800"/>
          </a:xfrm>
          <a:prstGeom prst="rect">
            <a:avLst/>
          </a:prstGeom>
          <a:noFill/>
          <a:ln>
            <a:noFill/>
          </a:ln>
        </p:spPr>
        <p:txBody>
          <a:bodyPr spcFirstLastPara="1" wrap="square" lIns="91425" tIns="45700" rIns="91425" bIns="45700" anchor="ctr" anchorCtr="0">
            <a:normAutofit/>
          </a:bodyPr>
          <a:lstStyle>
            <a:lvl1pPr marL="457200" lvl="0" indent="-228600" algn="ctr">
              <a:spcBef>
                <a:spcPts val="360"/>
              </a:spcBef>
              <a:spcAft>
                <a:spcPts val="0"/>
              </a:spcAft>
              <a:buSzPts val="2610"/>
              <a:buNone/>
              <a:defRPr sz="18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154" name="Google Shape;154;p22"/>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22"/>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22"/>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1484311" y="4732865"/>
            <a:ext cx="10018711" cy="566738"/>
          </a:xfrm>
          <a:prstGeom prst="rect">
            <a:avLst/>
          </a:prstGeom>
          <a:noFill/>
          <a:ln>
            <a:noFill/>
          </a:ln>
        </p:spPr>
        <p:txBody>
          <a:bodyPr spcFirstLastPara="1" wrap="square" lIns="91425" tIns="45700" rIns="91425" bIns="45700" anchor="b" anchorCtr="0">
            <a:normAutofit/>
          </a:bodyPr>
          <a:lstStyle>
            <a:lvl1pPr lvl="0" algn="ctr">
              <a:spcBef>
                <a:spcPts val="0"/>
              </a:spcBef>
              <a:spcAft>
                <a:spcPts val="0"/>
              </a:spcAft>
              <a:buClr>
                <a:schemeClr val="dk1"/>
              </a:buClr>
              <a:buSzPts val="2400"/>
              <a:buFont typeface="Corbel"/>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23"/>
          <p:cNvSpPr>
            <a:spLocks noGrp="1"/>
          </p:cNvSpPr>
          <p:nvPr>
            <p:ph type="pic" idx="2"/>
          </p:nvPr>
        </p:nvSpPr>
        <p:spPr>
          <a:xfrm>
            <a:off x="2386012" y="932112"/>
            <a:ext cx="8225944" cy="3164976"/>
          </a:xfrm>
          <a:prstGeom prst="roundRect">
            <a:avLst>
              <a:gd name="adj" fmla="val 4380"/>
            </a:avLst>
          </a:prstGeom>
          <a:noFill/>
          <a:ln w="38100" cap="flat" cmpd="sng">
            <a:solidFill>
              <a:schemeClr val="lt2"/>
            </a:solidFill>
            <a:prstDash val="solid"/>
            <a:round/>
            <a:headEnd type="none" w="sm" len="sm"/>
            <a:tailEnd type="none" w="sm" len="sm"/>
          </a:ln>
        </p:spPr>
      </p:sp>
      <p:sp>
        <p:nvSpPr>
          <p:cNvPr id="160" name="Google Shape;160;p23"/>
          <p:cNvSpPr txBox="1">
            <a:spLocks noGrp="1"/>
          </p:cNvSpPr>
          <p:nvPr>
            <p:ph type="body" idx="1"/>
          </p:nvPr>
        </p:nvSpPr>
        <p:spPr>
          <a:xfrm>
            <a:off x="1484311" y="5299603"/>
            <a:ext cx="10018711" cy="493712"/>
          </a:xfrm>
          <a:prstGeom prst="rect">
            <a:avLst/>
          </a:prstGeom>
          <a:noFill/>
          <a:ln>
            <a:noFill/>
          </a:ln>
        </p:spPr>
        <p:txBody>
          <a:bodyPr spcFirstLastPara="1" wrap="square" lIns="91425" tIns="45700" rIns="91425" bIns="45700" anchor="ctr" anchorCtr="0">
            <a:normAutofit/>
          </a:bodyPr>
          <a:lstStyle>
            <a:lvl1pPr marL="457200" lvl="0" indent="-228600" algn="ctr">
              <a:spcBef>
                <a:spcPts val="280"/>
              </a:spcBef>
              <a:spcAft>
                <a:spcPts val="0"/>
              </a:spcAft>
              <a:buSzPts val="2030"/>
              <a:buNone/>
              <a:defRPr sz="1400"/>
            </a:lvl1pPr>
            <a:lvl2pPr marL="914400" lvl="1" indent="-228600" algn="l">
              <a:spcBef>
                <a:spcPts val="600"/>
              </a:spcBef>
              <a:spcAft>
                <a:spcPts val="0"/>
              </a:spcAft>
              <a:buSzPts val="1740"/>
              <a:buNone/>
              <a:defRPr sz="1200"/>
            </a:lvl2pPr>
            <a:lvl3pPr marL="1371600" lvl="2" indent="-228600" algn="l">
              <a:spcBef>
                <a:spcPts val="600"/>
              </a:spcBef>
              <a:spcAft>
                <a:spcPts val="0"/>
              </a:spcAft>
              <a:buSzPts val="1450"/>
              <a:buNone/>
              <a:defRPr sz="1000"/>
            </a:lvl3pPr>
            <a:lvl4pPr marL="1828800" lvl="3" indent="-228600" algn="l">
              <a:spcBef>
                <a:spcPts val="600"/>
              </a:spcBef>
              <a:spcAft>
                <a:spcPts val="0"/>
              </a:spcAft>
              <a:buSzPts val="1305"/>
              <a:buNone/>
              <a:defRPr sz="900"/>
            </a:lvl4pPr>
            <a:lvl5pPr marL="2286000" lvl="4" indent="-228600" algn="l">
              <a:spcBef>
                <a:spcPts val="600"/>
              </a:spcBef>
              <a:spcAft>
                <a:spcPts val="0"/>
              </a:spcAft>
              <a:buSzPts val="1305"/>
              <a:buNone/>
              <a:defRPr sz="900"/>
            </a:lvl5pPr>
            <a:lvl6pPr marL="2743200" lvl="5" indent="-228600" algn="l">
              <a:spcBef>
                <a:spcPts val="600"/>
              </a:spcBef>
              <a:spcAft>
                <a:spcPts val="0"/>
              </a:spcAft>
              <a:buSzPts val="1305"/>
              <a:buNone/>
              <a:defRPr sz="900"/>
            </a:lvl6pPr>
            <a:lvl7pPr marL="3200400" lvl="6" indent="-228600" algn="l">
              <a:spcBef>
                <a:spcPts val="600"/>
              </a:spcBef>
              <a:spcAft>
                <a:spcPts val="0"/>
              </a:spcAft>
              <a:buSzPts val="1305"/>
              <a:buNone/>
              <a:defRPr sz="900"/>
            </a:lvl7pPr>
            <a:lvl8pPr marL="3657600" lvl="7" indent="-228600" algn="l">
              <a:spcBef>
                <a:spcPts val="600"/>
              </a:spcBef>
              <a:spcAft>
                <a:spcPts val="0"/>
              </a:spcAft>
              <a:buSzPts val="1305"/>
              <a:buNone/>
              <a:defRPr sz="900"/>
            </a:lvl8pPr>
            <a:lvl9pPr marL="4114800" lvl="8" indent="-228600" algn="l">
              <a:spcBef>
                <a:spcPts val="600"/>
              </a:spcBef>
              <a:spcAft>
                <a:spcPts val="600"/>
              </a:spcAft>
              <a:buSzPts val="1305"/>
              <a:buNone/>
              <a:defRPr sz="900"/>
            </a:lvl9pPr>
          </a:lstStyle>
          <a:p>
            <a:endParaRPr/>
          </a:p>
        </p:txBody>
      </p:sp>
      <p:sp>
        <p:nvSpPr>
          <p:cNvPr id="161" name="Google Shape;161;p2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2" name="Google Shape;162;p2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64"/>
        <p:cNvGrpSpPr/>
        <p:nvPr/>
      </p:nvGrpSpPr>
      <p:grpSpPr>
        <a:xfrm>
          <a:off x="0" y="0"/>
          <a:ext cx="0" cy="0"/>
          <a:chOff x="0" y="0"/>
          <a:chExt cx="0" cy="0"/>
        </a:xfrm>
      </p:grpSpPr>
      <p:sp>
        <p:nvSpPr>
          <p:cNvPr id="165" name="Google Shape;165;p24"/>
          <p:cNvSpPr txBox="1">
            <a:spLocks noGrp="1"/>
          </p:cNvSpPr>
          <p:nvPr>
            <p:ph type="title"/>
          </p:nvPr>
        </p:nvSpPr>
        <p:spPr>
          <a:xfrm>
            <a:off x="1484312" y="685800"/>
            <a:ext cx="10018711" cy="3048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6" name="Google Shape;166;p24"/>
          <p:cNvSpPr txBox="1">
            <a:spLocks noGrp="1"/>
          </p:cNvSpPr>
          <p:nvPr>
            <p:ph type="body" idx="1"/>
          </p:nvPr>
        </p:nvSpPr>
        <p:spPr>
          <a:xfrm>
            <a:off x="1484312" y="4343400"/>
            <a:ext cx="10018713"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67" name="Google Shape;167;p24"/>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8" name="Google Shape;168;p24"/>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p24"/>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70"/>
        <p:cNvGrpSpPr/>
        <p:nvPr/>
      </p:nvGrpSpPr>
      <p:grpSpPr>
        <a:xfrm>
          <a:off x="0" y="0"/>
          <a:ext cx="0" cy="0"/>
          <a:chOff x="0" y="0"/>
          <a:chExt cx="0" cy="0"/>
        </a:xfrm>
      </p:grpSpPr>
      <p:sp>
        <p:nvSpPr>
          <p:cNvPr id="171" name="Google Shape;171;p25"/>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n-US" sz="8000" b="0" cap="none">
                <a:solidFill>
                  <a:schemeClr val="dk1"/>
                </a:solidFill>
                <a:latin typeface="Corbel"/>
                <a:ea typeface="Corbel"/>
                <a:cs typeface="Corbel"/>
                <a:sym typeface="Corbel"/>
              </a:rPr>
              <a:t>“</a:t>
            </a:r>
            <a:endParaRPr/>
          </a:p>
        </p:txBody>
      </p:sp>
      <p:sp>
        <p:nvSpPr>
          <p:cNvPr id="172" name="Google Shape;172;p25"/>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n-US" sz="8000" b="0" cap="none">
                <a:solidFill>
                  <a:schemeClr val="dk1"/>
                </a:solidFill>
                <a:latin typeface="Corbel"/>
                <a:ea typeface="Corbel"/>
                <a:cs typeface="Corbel"/>
                <a:sym typeface="Corbel"/>
              </a:rPr>
              <a:t>”</a:t>
            </a:r>
            <a:endParaRPr/>
          </a:p>
        </p:txBody>
      </p:sp>
      <p:sp>
        <p:nvSpPr>
          <p:cNvPr id="173" name="Google Shape;173;p25"/>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25"/>
          <p:cNvSpPr txBox="1">
            <a:spLocks noGrp="1"/>
          </p:cNvSpPr>
          <p:nvPr>
            <p:ph type="body" idx="1"/>
          </p:nvPr>
        </p:nvSpPr>
        <p:spPr>
          <a:xfrm>
            <a:off x="2436811" y="3428999"/>
            <a:ext cx="8532815"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360"/>
              </a:spcBef>
              <a:spcAft>
                <a:spcPts val="0"/>
              </a:spcAft>
              <a:buSzPts val="2610"/>
              <a:buFont typeface="Corbel"/>
              <a:buNone/>
              <a:defRPr sz="1800"/>
            </a:lvl1pPr>
            <a:lvl2pPr marL="914400" lvl="1" indent="-228600" algn="l">
              <a:spcBef>
                <a:spcPts val="600"/>
              </a:spcBef>
              <a:spcAft>
                <a:spcPts val="0"/>
              </a:spcAft>
              <a:buSzPts val="2900"/>
              <a:buFont typeface="Corbel"/>
              <a:buNone/>
              <a:defRPr/>
            </a:lvl2pPr>
            <a:lvl3pPr marL="1371600" lvl="2" indent="-228600" algn="l">
              <a:spcBef>
                <a:spcPts val="600"/>
              </a:spcBef>
              <a:spcAft>
                <a:spcPts val="0"/>
              </a:spcAft>
              <a:buSzPts val="2610"/>
              <a:buFont typeface="Corbel"/>
              <a:buNone/>
              <a:defRPr/>
            </a:lvl3pPr>
            <a:lvl4pPr marL="1828800" lvl="3" indent="-228600" algn="l">
              <a:spcBef>
                <a:spcPts val="600"/>
              </a:spcBef>
              <a:spcAft>
                <a:spcPts val="0"/>
              </a:spcAft>
              <a:buSzPts val="2320"/>
              <a:buFont typeface="Corbel"/>
              <a:buNone/>
              <a:defRPr/>
            </a:lvl4pPr>
            <a:lvl5pPr marL="2286000" lvl="4" indent="-228600" algn="l">
              <a:spcBef>
                <a:spcPts val="600"/>
              </a:spcBef>
              <a:spcAft>
                <a:spcPts val="0"/>
              </a:spcAft>
              <a:buSzPts val="2030"/>
              <a:buFont typeface="Corbel"/>
              <a:buNone/>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75" name="Google Shape;175;p25"/>
          <p:cNvSpPr txBox="1">
            <a:spLocks noGrp="1"/>
          </p:cNvSpPr>
          <p:nvPr>
            <p:ph type="body" idx="2"/>
          </p:nvPr>
        </p:nvSpPr>
        <p:spPr>
          <a:xfrm>
            <a:off x="1484311" y="4343400"/>
            <a:ext cx="10018711" cy="1447800"/>
          </a:xfrm>
          <a:prstGeom prst="rect">
            <a:avLst/>
          </a:prstGeom>
          <a:noFill/>
          <a:ln>
            <a:noFill/>
          </a:ln>
        </p:spPr>
        <p:txBody>
          <a:bodyPr spcFirstLastPara="1" wrap="square" lIns="91425" tIns="45700" rIns="91425" bIns="45700" anchor="ctr" anchorCtr="0">
            <a:normAutofit/>
          </a:bodyPr>
          <a:lstStyle>
            <a:lvl1pPr marL="457200" lvl="0" indent="-228600" algn="ct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76" name="Google Shape;176;p25"/>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7" name="Google Shape;177;p25"/>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8" name="Google Shape;178;p25"/>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79"/>
        <p:cNvGrpSpPr/>
        <p:nvPr/>
      </p:nvGrpSpPr>
      <p:grpSpPr>
        <a:xfrm>
          <a:off x="0" y="0"/>
          <a:ext cx="0" cy="0"/>
          <a:chOff x="0" y="0"/>
          <a:chExt cx="0" cy="0"/>
        </a:xfrm>
      </p:grpSpPr>
      <p:sp>
        <p:nvSpPr>
          <p:cNvPr id="180" name="Google Shape;180;p26"/>
          <p:cNvSpPr txBox="1">
            <a:spLocks noGrp="1"/>
          </p:cNvSpPr>
          <p:nvPr>
            <p:ph type="title"/>
          </p:nvPr>
        </p:nvSpPr>
        <p:spPr>
          <a:xfrm>
            <a:off x="1484313" y="3308581"/>
            <a:ext cx="10018709" cy="1468800"/>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dk1"/>
              </a:buClr>
              <a:buSzPts val="3200"/>
              <a:buFont typeface="Corbel"/>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26"/>
          <p:cNvSpPr txBox="1">
            <a:spLocks noGrp="1"/>
          </p:cNvSpPr>
          <p:nvPr>
            <p:ph type="body" idx="1"/>
          </p:nvPr>
        </p:nvSpPr>
        <p:spPr>
          <a:xfrm>
            <a:off x="1484312" y="4777381"/>
            <a:ext cx="10018710" cy="860400"/>
          </a:xfrm>
          <a:prstGeom prst="rect">
            <a:avLst/>
          </a:prstGeom>
          <a:noFill/>
          <a:ln>
            <a:noFill/>
          </a:ln>
        </p:spPr>
        <p:txBody>
          <a:bodyPr spcFirstLastPara="1" wrap="square" lIns="91425" tIns="45700" rIns="91425" bIns="45700" anchor="t" anchorCtr="0">
            <a:normAutofit/>
          </a:bodyPr>
          <a:lstStyle>
            <a:lvl1pPr marL="457200" lvl="0" indent="-228600" algn="r">
              <a:spcBef>
                <a:spcPts val="400"/>
              </a:spcBef>
              <a:spcAft>
                <a:spcPts val="0"/>
              </a:spcAft>
              <a:buSzPts val="2900"/>
              <a:buNone/>
              <a:defRPr sz="20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82" name="Google Shape;182;p26"/>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3" name="Google Shape;183;p26"/>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26"/>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85"/>
        <p:cNvGrpSpPr/>
        <p:nvPr/>
      </p:nvGrpSpPr>
      <p:grpSpPr>
        <a:xfrm>
          <a:off x="0" y="0"/>
          <a:ext cx="0" cy="0"/>
          <a:chOff x="0" y="0"/>
          <a:chExt cx="0" cy="0"/>
        </a:xfrm>
      </p:grpSpPr>
      <p:sp>
        <p:nvSpPr>
          <p:cNvPr id="186" name="Google Shape;186;p27"/>
          <p:cNvSpPr txBox="1"/>
          <p:nvPr/>
        </p:nvSpPr>
        <p:spPr>
          <a:xfrm>
            <a:off x="1598612" y="863023"/>
            <a:ext cx="609600" cy="584776"/>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Clr>
                <a:schemeClr val="dk1"/>
              </a:buClr>
              <a:buSzPts val="8000"/>
              <a:buFont typeface="Corbel"/>
              <a:buNone/>
            </a:pPr>
            <a:r>
              <a:rPr lang="en-US" sz="8000" b="0" cap="none">
                <a:solidFill>
                  <a:schemeClr val="dk1"/>
                </a:solidFill>
                <a:latin typeface="Corbel"/>
                <a:ea typeface="Corbel"/>
                <a:cs typeface="Corbel"/>
                <a:sym typeface="Corbel"/>
              </a:rPr>
              <a:t>“</a:t>
            </a:r>
            <a:endParaRPr/>
          </a:p>
        </p:txBody>
      </p:sp>
      <p:sp>
        <p:nvSpPr>
          <p:cNvPr id="187" name="Google Shape;187;p27"/>
          <p:cNvSpPr txBox="1"/>
          <p:nvPr/>
        </p:nvSpPr>
        <p:spPr>
          <a:xfrm>
            <a:off x="10893425" y="2819399"/>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dk1"/>
              </a:buClr>
              <a:buSzPts val="8000"/>
              <a:buFont typeface="Corbel"/>
              <a:buNone/>
            </a:pPr>
            <a:r>
              <a:rPr lang="en-US" sz="8000" b="0" cap="none">
                <a:solidFill>
                  <a:schemeClr val="dk1"/>
                </a:solidFill>
                <a:latin typeface="Corbel"/>
                <a:ea typeface="Corbel"/>
                <a:cs typeface="Corbel"/>
                <a:sym typeface="Corbel"/>
              </a:rPr>
              <a:t>”</a:t>
            </a:r>
            <a:endParaRPr/>
          </a:p>
        </p:txBody>
      </p:sp>
      <p:sp>
        <p:nvSpPr>
          <p:cNvPr id="188" name="Google Shape;188;p27"/>
          <p:cNvSpPr txBox="1">
            <a:spLocks noGrp="1"/>
          </p:cNvSpPr>
          <p:nvPr>
            <p:ph type="title"/>
          </p:nvPr>
        </p:nvSpPr>
        <p:spPr>
          <a:xfrm>
            <a:off x="2208212" y="685800"/>
            <a:ext cx="8990012" cy="27431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3200"/>
              <a:buFont typeface="Corbel"/>
              <a:buNone/>
              <a:defRPr sz="3200" b="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p27"/>
          <p:cNvSpPr txBox="1">
            <a:spLocks noGrp="1"/>
          </p:cNvSpPr>
          <p:nvPr>
            <p:ph type="body" idx="1"/>
          </p:nvPr>
        </p:nvSpPr>
        <p:spPr>
          <a:xfrm>
            <a:off x="1484313" y="3886200"/>
            <a:ext cx="10018710" cy="889000"/>
          </a:xfrm>
          <a:prstGeom prst="rect">
            <a:avLst/>
          </a:prstGeom>
          <a:noFill/>
          <a:ln>
            <a:noFill/>
          </a:ln>
        </p:spPr>
        <p:txBody>
          <a:bodyPr spcFirstLastPara="1" wrap="square" lIns="91425" tIns="45700" rIns="91425" bIns="45700" anchor="b" anchorCtr="0">
            <a:normAutofit/>
          </a:bodyPr>
          <a:lstStyle>
            <a:lvl1pPr marL="457200" lvl="0" indent="-228600" algn="r">
              <a:spcBef>
                <a:spcPts val="480"/>
              </a:spcBef>
              <a:spcAft>
                <a:spcPts val="0"/>
              </a:spcAft>
              <a:buSzPts val="3480"/>
              <a:buNone/>
              <a:defRPr sz="24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90" name="Google Shape;190;p27"/>
          <p:cNvSpPr txBox="1">
            <a:spLocks noGrp="1"/>
          </p:cNvSpPr>
          <p:nvPr>
            <p:ph type="body" idx="2"/>
          </p:nvPr>
        </p:nvSpPr>
        <p:spPr>
          <a:xfrm>
            <a:off x="1484312" y="4775200"/>
            <a:ext cx="10018710" cy="1016000"/>
          </a:xfrm>
          <a:prstGeom prst="rect">
            <a:avLst/>
          </a:prstGeom>
          <a:noFill/>
          <a:ln>
            <a:noFill/>
          </a:ln>
        </p:spPr>
        <p:txBody>
          <a:bodyPr spcFirstLastPara="1" wrap="square" lIns="91425" tIns="45700" rIns="91425" bIns="45700" anchor="t" anchorCtr="0">
            <a:normAutofit/>
          </a:bodyPr>
          <a:lstStyle>
            <a:lvl1pPr marL="457200" lvl="0" indent="-228600" algn="r">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91" name="Google Shape;191;p27"/>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27"/>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27"/>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94"/>
        <p:cNvGrpSpPr/>
        <p:nvPr/>
      </p:nvGrpSpPr>
      <p:grpSpPr>
        <a:xfrm>
          <a:off x="0" y="0"/>
          <a:ext cx="0" cy="0"/>
          <a:chOff x="0" y="0"/>
          <a:chExt cx="0" cy="0"/>
        </a:xfrm>
      </p:grpSpPr>
      <p:sp>
        <p:nvSpPr>
          <p:cNvPr id="195" name="Google Shape;195;p28"/>
          <p:cNvSpPr txBox="1">
            <a:spLocks noGrp="1"/>
          </p:cNvSpPr>
          <p:nvPr>
            <p:ph type="title"/>
          </p:nvPr>
        </p:nvSpPr>
        <p:spPr>
          <a:xfrm>
            <a:off x="1484313" y="685800"/>
            <a:ext cx="10018712" cy="27273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6" name="Google Shape;196;p28"/>
          <p:cNvSpPr txBox="1">
            <a:spLocks noGrp="1"/>
          </p:cNvSpPr>
          <p:nvPr>
            <p:ph type="body" idx="1"/>
          </p:nvPr>
        </p:nvSpPr>
        <p:spPr>
          <a:xfrm>
            <a:off x="1484312" y="3505200"/>
            <a:ext cx="10018713"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560"/>
              </a:spcBef>
              <a:spcAft>
                <a:spcPts val="0"/>
              </a:spcAft>
              <a:buSzPts val="4060"/>
              <a:buNone/>
              <a:defRPr sz="2800" b="0" cap="none">
                <a:solidFill>
                  <a:schemeClr val="dk1"/>
                </a:solidFill>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197" name="Google Shape;197;p28"/>
          <p:cNvSpPr txBox="1">
            <a:spLocks noGrp="1"/>
          </p:cNvSpPr>
          <p:nvPr>
            <p:ph type="body" idx="2"/>
          </p:nvPr>
        </p:nvSpPr>
        <p:spPr>
          <a:xfrm>
            <a:off x="1484311" y="4343400"/>
            <a:ext cx="10018713" cy="1447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SzPts val="2610"/>
              <a:buNone/>
              <a:defRPr sz="1800">
                <a:solidFill>
                  <a:schemeClr val="dk1"/>
                </a:solidFill>
              </a:defRPr>
            </a:lvl1pPr>
            <a:lvl2pPr marL="914400" lvl="1" indent="-228600" algn="l">
              <a:spcBef>
                <a:spcPts val="600"/>
              </a:spcBef>
              <a:spcAft>
                <a:spcPts val="0"/>
              </a:spcAft>
              <a:buSzPts val="2610"/>
              <a:buNone/>
              <a:defRPr sz="1800">
                <a:solidFill>
                  <a:srgbClr val="888888"/>
                </a:solidFill>
              </a:defRPr>
            </a:lvl2pPr>
            <a:lvl3pPr marL="1371600" lvl="2" indent="-228600" algn="l">
              <a:spcBef>
                <a:spcPts val="600"/>
              </a:spcBef>
              <a:spcAft>
                <a:spcPts val="0"/>
              </a:spcAft>
              <a:buSzPts val="2320"/>
              <a:buNone/>
              <a:defRPr sz="1600">
                <a:solidFill>
                  <a:srgbClr val="888888"/>
                </a:solidFill>
              </a:defRPr>
            </a:lvl3pPr>
            <a:lvl4pPr marL="1828800" lvl="3" indent="-228600" algn="l">
              <a:spcBef>
                <a:spcPts val="600"/>
              </a:spcBef>
              <a:spcAft>
                <a:spcPts val="0"/>
              </a:spcAft>
              <a:buSzPts val="2030"/>
              <a:buNone/>
              <a:defRPr sz="1400">
                <a:solidFill>
                  <a:srgbClr val="888888"/>
                </a:solidFill>
              </a:defRPr>
            </a:lvl4pPr>
            <a:lvl5pPr marL="2286000" lvl="4" indent="-228600" algn="l">
              <a:spcBef>
                <a:spcPts val="600"/>
              </a:spcBef>
              <a:spcAft>
                <a:spcPts val="0"/>
              </a:spcAft>
              <a:buSzPts val="2030"/>
              <a:buNone/>
              <a:defRPr sz="1400">
                <a:solidFill>
                  <a:srgbClr val="888888"/>
                </a:solidFill>
              </a:defRPr>
            </a:lvl5pPr>
            <a:lvl6pPr marL="2743200" lvl="5" indent="-228600" algn="l">
              <a:spcBef>
                <a:spcPts val="600"/>
              </a:spcBef>
              <a:spcAft>
                <a:spcPts val="0"/>
              </a:spcAft>
              <a:buSzPts val="2030"/>
              <a:buNone/>
              <a:defRPr sz="1400">
                <a:solidFill>
                  <a:srgbClr val="888888"/>
                </a:solidFill>
              </a:defRPr>
            </a:lvl6pPr>
            <a:lvl7pPr marL="3200400" lvl="6" indent="-228600" algn="l">
              <a:spcBef>
                <a:spcPts val="600"/>
              </a:spcBef>
              <a:spcAft>
                <a:spcPts val="0"/>
              </a:spcAft>
              <a:buSzPts val="2030"/>
              <a:buNone/>
              <a:defRPr sz="1400">
                <a:solidFill>
                  <a:srgbClr val="888888"/>
                </a:solidFill>
              </a:defRPr>
            </a:lvl7pPr>
            <a:lvl8pPr marL="3657600" lvl="7" indent="-228600" algn="l">
              <a:spcBef>
                <a:spcPts val="600"/>
              </a:spcBef>
              <a:spcAft>
                <a:spcPts val="0"/>
              </a:spcAft>
              <a:buSzPts val="2030"/>
              <a:buNone/>
              <a:defRPr sz="1400">
                <a:solidFill>
                  <a:srgbClr val="888888"/>
                </a:solidFill>
              </a:defRPr>
            </a:lvl8pPr>
            <a:lvl9pPr marL="4114800" lvl="8" indent="-228600" algn="l">
              <a:spcBef>
                <a:spcPts val="600"/>
              </a:spcBef>
              <a:spcAft>
                <a:spcPts val="600"/>
              </a:spcAft>
              <a:buSzPts val="2030"/>
              <a:buNone/>
              <a:defRPr sz="1400">
                <a:solidFill>
                  <a:srgbClr val="888888"/>
                </a:solidFill>
              </a:defRPr>
            </a:lvl9pPr>
          </a:lstStyle>
          <a:p>
            <a:endParaRPr/>
          </a:p>
        </p:txBody>
      </p:sp>
      <p:sp>
        <p:nvSpPr>
          <p:cNvPr id="198" name="Google Shape;198;p28"/>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9" name="Google Shape;199;p28"/>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0" name="Google Shape;200;p28"/>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01"/>
        <p:cNvGrpSpPr/>
        <p:nvPr/>
      </p:nvGrpSpPr>
      <p:grpSpPr>
        <a:xfrm>
          <a:off x="0" y="0"/>
          <a:ext cx="0" cy="0"/>
          <a:chOff x="0" y="0"/>
          <a:chExt cx="0" cy="0"/>
        </a:xfrm>
      </p:grpSpPr>
      <p:sp>
        <p:nvSpPr>
          <p:cNvPr id="202" name="Google Shape;202;p29"/>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29"/>
          <p:cNvSpPr txBox="1">
            <a:spLocks noGrp="1"/>
          </p:cNvSpPr>
          <p:nvPr>
            <p:ph type="body" idx="1"/>
          </p:nvPr>
        </p:nvSpPr>
        <p:spPr>
          <a:xfrm rot="5400000">
            <a:off x="4931566" y="-780257"/>
            <a:ext cx="3124201" cy="10018713"/>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204" name="Google Shape;204;p29"/>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29"/>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29"/>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07"/>
        <p:cNvGrpSpPr/>
        <p:nvPr/>
      </p:nvGrpSpPr>
      <p:grpSpPr>
        <a:xfrm>
          <a:off x="0" y="0"/>
          <a:ext cx="0" cy="0"/>
          <a:chOff x="0" y="0"/>
          <a:chExt cx="0" cy="0"/>
        </a:xfrm>
      </p:grpSpPr>
      <p:sp>
        <p:nvSpPr>
          <p:cNvPr id="208" name="Google Shape;208;p30"/>
          <p:cNvSpPr txBox="1">
            <a:spLocks noGrp="1"/>
          </p:cNvSpPr>
          <p:nvPr>
            <p:ph type="title"/>
          </p:nvPr>
        </p:nvSpPr>
        <p:spPr>
          <a:xfrm rot="5400000">
            <a:off x="8065140" y="2353316"/>
            <a:ext cx="5105400" cy="1770369"/>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30"/>
          <p:cNvSpPr txBox="1">
            <a:spLocks noGrp="1"/>
          </p:cNvSpPr>
          <p:nvPr>
            <p:ph type="body" idx="1"/>
          </p:nvPr>
        </p:nvSpPr>
        <p:spPr>
          <a:xfrm rot="5400000">
            <a:off x="2941483" y="-771371"/>
            <a:ext cx="5105400" cy="8019742"/>
          </a:xfrm>
          <a:prstGeom prst="rect">
            <a:avLst/>
          </a:prstGeom>
          <a:noFill/>
          <a:ln>
            <a:noFill/>
          </a:ln>
        </p:spPr>
        <p:txBody>
          <a:bodyPr spcFirstLastPara="1" wrap="square" lIns="91425" tIns="45700" rIns="91425" bIns="45700" anchor="t" anchorCtr="0">
            <a:normAutofit/>
          </a:bodyPr>
          <a:lstStyle>
            <a:lvl1pPr marL="457200" lvl="0" indent="-394335" algn="l">
              <a:spcBef>
                <a:spcPts val="360"/>
              </a:spcBef>
              <a:spcAft>
                <a:spcPts val="0"/>
              </a:spcAft>
              <a:buSzPts val="2610"/>
              <a:buChar char="•"/>
              <a:defRPr/>
            </a:lvl1pPr>
            <a:lvl2pPr marL="914400" lvl="1" indent="-394335" algn="l">
              <a:spcBef>
                <a:spcPts val="600"/>
              </a:spcBef>
              <a:spcAft>
                <a:spcPts val="0"/>
              </a:spcAft>
              <a:buSzPts val="2610"/>
              <a:buChar char="•"/>
              <a:defRPr/>
            </a:lvl2pPr>
            <a:lvl3pPr marL="1371600" lvl="2" indent="-394335" algn="l">
              <a:spcBef>
                <a:spcPts val="600"/>
              </a:spcBef>
              <a:spcAft>
                <a:spcPts val="0"/>
              </a:spcAft>
              <a:buSzPts val="2610"/>
              <a:buChar char="•"/>
              <a:defRPr/>
            </a:lvl3pPr>
            <a:lvl4pPr marL="1828800" lvl="3" indent="-394335" algn="l">
              <a:spcBef>
                <a:spcPts val="600"/>
              </a:spcBef>
              <a:spcAft>
                <a:spcPts val="0"/>
              </a:spcAft>
              <a:buSzPts val="2610"/>
              <a:buChar char="•"/>
              <a:defRPr/>
            </a:lvl4pPr>
            <a:lvl5pPr marL="2286000" lvl="4" indent="-394335" algn="l">
              <a:spcBef>
                <a:spcPts val="600"/>
              </a:spcBef>
              <a:spcAft>
                <a:spcPts val="0"/>
              </a:spcAft>
              <a:buSzPts val="2610"/>
              <a:buChar char="•"/>
              <a:defRPr/>
            </a:lvl5pPr>
            <a:lvl6pPr marL="2743200" lvl="5" indent="-394335" algn="l">
              <a:spcBef>
                <a:spcPts val="600"/>
              </a:spcBef>
              <a:spcAft>
                <a:spcPts val="0"/>
              </a:spcAft>
              <a:buSzPts val="2610"/>
              <a:buChar char="•"/>
              <a:defRPr/>
            </a:lvl6pPr>
            <a:lvl7pPr marL="3200400" lvl="6" indent="-394335" algn="l">
              <a:spcBef>
                <a:spcPts val="600"/>
              </a:spcBef>
              <a:spcAft>
                <a:spcPts val="0"/>
              </a:spcAft>
              <a:buSzPts val="2610"/>
              <a:buChar char="•"/>
              <a:defRPr/>
            </a:lvl7pPr>
            <a:lvl8pPr marL="3657600" lvl="7" indent="-394334" algn="l">
              <a:spcBef>
                <a:spcPts val="600"/>
              </a:spcBef>
              <a:spcAft>
                <a:spcPts val="0"/>
              </a:spcAft>
              <a:buSzPts val="2610"/>
              <a:buChar char="•"/>
              <a:defRPr/>
            </a:lvl8pPr>
            <a:lvl9pPr marL="4114800" lvl="8" indent="-394334" algn="l">
              <a:spcBef>
                <a:spcPts val="600"/>
              </a:spcBef>
              <a:spcAft>
                <a:spcPts val="600"/>
              </a:spcAft>
              <a:buSzPts val="2610"/>
              <a:buChar char="•"/>
              <a:defRPr/>
            </a:lvl9pPr>
          </a:lstStyle>
          <a:p>
            <a:endParaRPr/>
          </a:p>
        </p:txBody>
      </p:sp>
      <p:sp>
        <p:nvSpPr>
          <p:cNvPr id="210" name="Google Shape;210;p30"/>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1" name="Google Shape;211;p30"/>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30"/>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image" Target="../media/image1.png"/><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80"/>
        <p:cNvGrpSpPr/>
        <p:nvPr/>
      </p:nvGrpSpPr>
      <p:grpSpPr>
        <a:xfrm>
          <a:off x="0" y="0"/>
          <a:ext cx="0" cy="0"/>
          <a:chOff x="0" y="0"/>
          <a:chExt cx="0" cy="0"/>
        </a:xfrm>
      </p:grpSpPr>
      <p:grpSp>
        <p:nvGrpSpPr>
          <p:cNvPr id="81" name="Google Shape;81;p13"/>
          <p:cNvGrpSpPr/>
          <p:nvPr/>
        </p:nvGrpSpPr>
        <p:grpSpPr>
          <a:xfrm>
            <a:off x="150812" y="0"/>
            <a:ext cx="2436813" cy="6858001"/>
            <a:chOff x="1320800" y="0"/>
            <a:chExt cx="2436813" cy="6858001"/>
          </a:xfrm>
        </p:grpSpPr>
        <p:sp>
          <p:nvSpPr>
            <p:cNvPr id="82" name="Google Shape;82;p13"/>
            <p:cNvSpPr/>
            <p:nvPr/>
          </p:nvSpPr>
          <p:spPr>
            <a:xfrm>
              <a:off x="1627188" y="0"/>
              <a:ext cx="1122363" cy="5329238"/>
            </a:xfrm>
            <a:custGeom>
              <a:avLst/>
              <a:gdLst/>
              <a:ahLst/>
              <a:cxnLst/>
              <a:rect l="l" t="t" r="r" b="b"/>
              <a:pathLst>
                <a:path w="707" h="3357" extrusionOk="0">
                  <a:moveTo>
                    <a:pt x="0" y="3330"/>
                  </a:moveTo>
                  <a:lnTo>
                    <a:pt x="156" y="3357"/>
                  </a:lnTo>
                  <a:lnTo>
                    <a:pt x="707" y="0"/>
                  </a:lnTo>
                  <a:lnTo>
                    <a:pt x="547" y="0"/>
                  </a:lnTo>
                  <a:lnTo>
                    <a:pt x="0" y="3330"/>
                  </a:lnTo>
                  <a:close/>
                </a:path>
              </a:pathLst>
            </a:custGeom>
            <a:solidFill>
              <a:schemeClr val="accent1"/>
            </a:solidFill>
            <a:ln>
              <a:noFill/>
            </a:ln>
          </p:spPr>
        </p:sp>
        <p:sp>
          <p:nvSpPr>
            <p:cNvPr id="83" name="Google Shape;83;p13"/>
            <p:cNvSpPr/>
            <p:nvPr/>
          </p:nvSpPr>
          <p:spPr>
            <a:xfrm>
              <a:off x="1320800" y="0"/>
              <a:ext cx="1117600" cy="5276850"/>
            </a:xfrm>
            <a:custGeom>
              <a:avLst/>
              <a:gdLst/>
              <a:ahLst/>
              <a:cxnLst/>
              <a:rect l="l" t="t" r="r" b="b"/>
              <a:pathLst>
                <a:path w="704" h="3324" extrusionOk="0">
                  <a:moveTo>
                    <a:pt x="704" y="0"/>
                  </a:moveTo>
                  <a:lnTo>
                    <a:pt x="545" y="0"/>
                  </a:lnTo>
                  <a:lnTo>
                    <a:pt x="0" y="3300"/>
                  </a:lnTo>
                  <a:lnTo>
                    <a:pt x="157" y="3324"/>
                  </a:lnTo>
                  <a:lnTo>
                    <a:pt x="704" y="0"/>
                  </a:lnTo>
                  <a:close/>
                </a:path>
              </a:pathLst>
            </a:custGeom>
            <a:solidFill>
              <a:srgbClr val="595959"/>
            </a:solidFill>
            <a:ln>
              <a:noFill/>
            </a:ln>
          </p:spPr>
        </p:sp>
        <p:sp>
          <p:nvSpPr>
            <p:cNvPr id="84" name="Google Shape;84;p13"/>
            <p:cNvSpPr/>
            <p:nvPr/>
          </p:nvSpPr>
          <p:spPr>
            <a:xfrm>
              <a:off x="1320800" y="5238750"/>
              <a:ext cx="1228725" cy="1619250"/>
            </a:xfrm>
            <a:custGeom>
              <a:avLst/>
              <a:gdLst/>
              <a:ahLst/>
              <a:cxnLst/>
              <a:rect l="l" t="t" r="r" b="b"/>
              <a:pathLst>
                <a:path w="774" h="1020" extrusionOk="0">
                  <a:moveTo>
                    <a:pt x="0" y="0"/>
                  </a:moveTo>
                  <a:lnTo>
                    <a:pt x="740" y="1020"/>
                  </a:lnTo>
                  <a:lnTo>
                    <a:pt x="774" y="1020"/>
                  </a:lnTo>
                  <a:lnTo>
                    <a:pt x="0" y="0"/>
                  </a:lnTo>
                  <a:close/>
                </a:path>
              </a:pathLst>
            </a:custGeom>
            <a:solidFill>
              <a:srgbClr val="262626"/>
            </a:solidFill>
            <a:ln>
              <a:noFill/>
            </a:ln>
          </p:spPr>
        </p:sp>
        <p:sp>
          <p:nvSpPr>
            <p:cNvPr id="85" name="Google Shape;85;p13"/>
            <p:cNvSpPr/>
            <p:nvPr/>
          </p:nvSpPr>
          <p:spPr>
            <a:xfrm>
              <a:off x="1627188" y="5291138"/>
              <a:ext cx="1495425" cy="1566863"/>
            </a:xfrm>
            <a:custGeom>
              <a:avLst/>
              <a:gdLst/>
              <a:ahLst/>
              <a:cxnLst/>
              <a:rect l="l" t="t" r="r" b="b"/>
              <a:pathLst>
                <a:path w="942" h="987" extrusionOk="0">
                  <a:moveTo>
                    <a:pt x="0" y="0"/>
                  </a:moveTo>
                  <a:lnTo>
                    <a:pt x="909" y="987"/>
                  </a:lnTo>
                  <a:lnTo>
                    <a:pt x="942" y="987"/>
                  </a:lnTo>
                  <a:lnTo>
                    <a:pt x="0" y="0"/>
                  </a:lnTo>
                  <a:close/>
                </a:path>
              </a:pathLst>
            </a:custGeom>
            <a:solidFill>
              <a:srgbClr val="0B5982"/>
            </a:solidFill>
            <a:ln>
              <a:noFill/>
            </a:ln>
          </p:spPr>
        </p:sp>
        <p:sp>
          <p:nvSpPr>
            <p:cNvPr id="86" name="Google Shape;86;p13"/>
            <p:cNvSpPr/>
            <p:nvPr/>
          </p:nvSpPr>
          <p:spPr>
            <a:xfrm>
              <a:off x="1627188" y="5286375"/>
              <a:ext cx="2130425" cy="1571625"/>
            </a:xfrm>
            <a:custGeom>
              <a:avLst/>
              <a:gdLst/>
              <a:ahLst/>
              <a:cxnLst/>
              <a:rect l="l" t="t" r="r" b="b"/>
              <a:pathLst>
                <a:path w="1342" h="990" extrusionOk="0">
                  <a:moveTo>
                    <a:pt x="0" y="3"/>
                  </a:moveTo>
                  <a:lnTo>
                    <a:pt x="942" y="990"/>
                  </a:lnTo>
                  <a:lnTo>
                    <a:pt x="1342" y="990"/>
                  </a:lnTo>
                  <a:lnTo>
                    <a:pt x="156" y="27"/>
                  </a:lnTo>
                  <a:lnTo>
                    <a:pt x="0" y="0"/>
                  </a:lnTo>
                  <a:lnTo>
                    <a:pt x="0" y="3"/>
                  </a:lnTo>
                  <a:close/>
                </a:path>
              </a:pathLst>
            </a:custGeom>
            <a:solidFill>
              <a:srgbClr val="1186C3"/>
            </a:solidFill>
            <a:ln>
              <a:noFill/>
            </a:ln>
          </p:spPr>
        </p:sp>
        <p:sp>
          <p:nvSpPr>
            <p:cNvPr id="87" name="Google Shape;87;p13"/>
            <p:cNvSpPr/>
            <p:nvPr/>
          </p:nvSpPr>
          <p:spPr>
            <a:xfrm>
              <a:off x="1320800" y="5238750"/>
              <a:ext cx="1695450" cy="1619250"/>
            </a:xfrm>
            <a:custGeom>
              <a:avLst/>
              <a:gdLst/>
              <a:ahLst/>
              <a:cxnLst/>
              <a:rect l="l" t="t" r="r" b="b"/>
              <a:pathLst>
                <a:path w="1068" h="1020" extrusionOk="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88" name="Google Shape;88;p13"/>
          <p:cNvSpPr txBox="1">
            <a:spLocks noGrp="1"/>
          </p:cNvSpPr>
          <p:nvPr>
            <p:ph type="title"/>
          </p:nvPr>
        </p:nvSpPr>
        <p:spPr>
          <a:xfrm>
            <a:off x="1484311" y="685800"/>
            <a:ext cx="10018713" cy="1752599"/>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000"/>
              <a:buFont typeface="Corbel"/>
              <a:buNone/>
              <a:defRPr sz="4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89" name="Google Shape;89;p13"/>
          <p:cNvSpPr txBox="1">
            <a:spLocks noGrp="1"/>
          </p:cNvSpPr>
          <p:nvPr>
            <p:ph type="body" idx="1"/>
          </p:nvPr>
        </p:nvSpPr>
        <p:spPr>
          <a:xfrm>
            <a:off x="1484310" y="2666999"/>
            <a:ext cx="10018713" cy="3124201"/>
          </a:xfrm>
          <a:prstGeom prst="rect">
            <a:avLst/>
          </a:prstGeom>
          <a:noFill/>
          <a:ln>
            <a:noFill/>
          </a:ln>
        </p:spPr>
        <p:txBody>
          <a:bodyPr spcFirstLastPara="1" wrap="square" lIns="91425" tIns="45700" rIns="91425" bIns="45700" anchor="ctr" anchorCtr="0">
            <a:normAutofit/>
          </a:bodyPr>
          <a:lstStyle>
            <a:lvl1pPr marL="457200" marR="0" lvl="0" indent="-449580" algn="l" rtl="0">
              <a:spcBef>
                <a:spcPts val="480"/>
              </a:spcBef>
              <a:spcAft>
                <a:spcPts val="0"/>
              </a:spcAft>
              <a:buClr>
                <a:srgbClr val="1186C3"/>
              </a:buClr>
              <a:buSzPts val="3480"/>
              <a:buFont typeface="Arial"/>
              <a:buChar char="•"/>
              <a:defRPr sz="2400" b="0" i="0" u="none" strike="noStrike" cap="none">
                <a:solidFill>
                  <a:schemeClr val="dk1"/>
                </a:solidFill>
                <a:latin typeface="Corbel"/>
                <a:ea typeface="Corbel"/>
                <a:cs typeface="Corbel"/>
                <a:sym typeface="Corbel"/>
              </a:defRPr>
            </a:lvl1pPr>
            <a:lvl2pPr marL="914400" marR="0" lvl="1" indent="-412750" algn="l" rtl="0">
              <a:spcBef>
                <a:spcPts val="600"/>
              </a:spcBef>
              <a:spcAft>
                <a:spcPts val="0"/>
              </a:spcAft>
              <a:buClr>
                <a:srgbClr val="1186C3"/>
              </a:buClr>
              <a:buSzPts val="2900"/>
              <a:buFont typeface="Arial"/>
              <a:buChar char="•"/>
              <a:defRPr sz="2000" b="0" i="0" u="none" strike="noStrike" cap="none">
                <a:solidFill>
                  <a:schemeClr val="dk1"/>
                </a:solidFill>
                <a:latin typeface="Corbel"/>
                <a:ea typeface="Corbel"/>
                <a:cs typeface="Corbel"/>
                <a:sym typeface="Corbel"/>
              </a:defRPr>
            </a:lvl2pPr>
            <a:lvl3pPr marL="1371600" marR="0" lvl="2" indent="-394335" algn="l" rtl="0">
              <a:spcBef>
                <a:spcPts val="600"/>
              </a:spcBef>
              <a:spcAft>
                <a:spcPts val="0"/>
              </a:spcAft>
              <a:buClr>
                <a:srgbClr val="1186C3"/>
              </a:buClr>
              <a:buSzPts val="2610"/>
              <a:buFont typeface="Arial"/>
              <a:buChar char="•"/>
              <a:defRPr sz="1800" b="0" i="0" u="none" strike="noStrike" cap="none">
                <a:solidFill>
                  <a:schemeClr val="dk1"/>
                </a:solidFill>
                <a:latin typeface="Corbel"/>
                <a:ea typeface="Corbel"/>
                <a:cs typeface="Corbel"/>
                <a:sym typeface="Corbel"/>
              </a:defRPr>
            </a:lvl3pPr>
            <a:lvl4pPr marL="1828800" marR="0" lvl="3" indent="-375919" algn="l" rtl="0">
              <a:spcBef>
                <a:spcPts val="600"/>
              </a:spcBef>
              <a:spcAft>
                <a:spcPts val="0"/>
              </a:spcAft>
              <a:buClr>
                <a:srgbClr val="1186C3"/>
              </a:buClr>
              <a:buSzPts val="2320"/>
              <a:buFont typeface="Arial"/>
              <a:buChar char="•"/>
              <a:defRPr sz="1600" b="0" i="0" u="none" strike="noStrike" cap="none">
                <a:solidFill>
                  <a:schemeClr val="dk1"/>
                </a:solidFill>
                <a:latin typeface="Corbel"/>
                <a:ea typeface="Corbel"/>
                <a:cs typeface="Corbel"/>
                <a:sym typeface="Corbel"/>
              </a:defRPr>
            </a:lvl4pPr>
            <a:lvl5pPr marL="2286000" marR="0" lvl="4"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5pPr>
            <a:lvl6pPr marL="2743200" marR="0" lvl="5"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6pPr>
            <a:lvl7pPr marL="3200400" marR="0" lvl="6"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7pPr>
            <a:lvl8pPr marL="3657600" marR="0" lvl="7" indent="-357504" algn="l" rtl="0">
              <a:spcBef>
                <a:spcPts val="600"/>
              </a:spcBef>
              <a:spcAft>
                <a:spcPts val="0"/>
              </a:spcAft>
              <a:buClr>
                <a:srgbClr val="1186C3"/>
              </a:buClr>
              <a:buSzPts val="2030"/>
              <a:buFont typeface="Arial"/>
              <a:buChar char="•"/>
              <a:defRPr sz="1400" b="0" i="0" u="none" strike="noStrike" cap="none">
                <a:solidFill>
                  <a:schemeClr val="dk1"/>
                </a:solidFill>
                <a:latin typeface="Corbel"/>
                <a:ea typeface="Corbel"/>
                <a:cs typeface="Corbel"/>
                <a:sym typeface="Corbel"/>
              </a:defRPr>
            </a:lvl8pPr>
            <a:lvl9pPr marL="4114800" marR="0" lvl="8" indent="-357504" algn="l" rtl="0">
              <a:spcBef>
                <a:spcPts val="600"/>
              </a:spcBef>
              <a:spcAft>
                <a:spcPts val="600"/>
              </a:spcAft>
              <a:buClr>
                <a:srgbClr val="1186C3"/>
              </a:buClr>
              <a:buSzPts val="2030"/>
              <a:buFont typeface="Arial"/>
              <a:buChar char="•"/>
              <a:defRPr sz="1400" b="0" i="0" u="none" strike="noStrike" cap="none">
                <a:solidFill>
                  <a:schemeClr val="dk1"/>
                </a:solidFill>
                <a:latin typeface="Corbel"/>
                <a:ea typeface="Corbel"/>
                <a:cs typeface="Corbel"/>
                <a:sym typeface="Corbel"/>
              </a:defRPr>
            </a:lvl9pPr>
          </a:lstStyle>
          <a:p>
            <a:endParaRPr/>
          </a:p>
        </p:txBody>
      </p:sp>
      <p:sp>
        <p:nvSpPr>
          <p:cNvPr id="90" name="Google Shape;90;p13"/>
          <p:cNvSpPr txBox="1">
            <a:spLocks noGrp="1"/>
          </p:cNvSpPr>
          <p:nvPr>
            <p:ph type="dt" idx="10"/>
          </p:nvPr>
        </p:nvSpPr>
        <p:spPr>
          <a:xfrm>
            <a:off x="9732656" y="5883275"/>
            <a:ext cx="1143000" cy="3651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91" name="Google Shape;91;p13"/>
          <p:cNvSpPr txBox="1">
            <a:spLocks noGrp="1"/>
          </p:cNvSpPr>
          <p:nvPr>
            <p:ph type="ftr" idx="11"/>
          </p:nvPr>
        </p:nvSpPr>
        <p:spPr>
          <a:xfrm>
            <a:off x="2572279" y="5883275"/>
            <a:ext cx="7084177"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Corbel"/>
                <a:ea typeface="Corbel"/>
                <a:cs typeface="Corbel"/>
                <a:sym typeface="Corbel"/>
              </a:defRPr>
            </a:lvl1pPr>
            <a:lvl2pPr marR="0" lvl="1" algn="l" rtl="0">
              <a:spcBef>
                <a:spcPts val="0"/>
              </a:spcBef>
              <a:spcAft>
                <a:spcPts val="0"/>
              </a:spcAft>
              <a:buSzPts val="1400"/>
              <a:buNone/>
              <a:defRPr sz="1800" b="0" i="0" u="none" strike="noStrike" cap="none">
                <a:solidFill>
                  <a:schemeClr val="dk1"/>
                </a:solidFill>
                <a:latin typeface="Corbel"/>
                <a:ea typeface="Corbel"/>
                <a:cs typeface="Corbel"/>
                <a:sym typeface="Corbel"/>
              </a:defRPr>
            </a:lvl2pPr>
            <a:lvl3pPr marR="0" lvl="2" algn="l" rtl="0">
              <a:spcBef>
                <a:spcPts val="0"/>
              </a:spcBef>
              <a:spcAft>
                <a:spcPts val="0"/>
              </a:spcAft>
              <a:buSzPts val="1400"/>
              <a:buNone/>
              <a:defRPr sz="1800" b="0" i="0" u="none" strike="noStrike" cap="none">
                <a:solidFill>
                  <a:schemeClr val="dk1"/>
                </a:solidFill>
                <a:latin typeface="Corbel"/>
                <a:ea typeface="Corbel"/>
                <a:cs typeface="Corbel"/>
                <a:sym typeface="Corbel"/>
              </a:defRPr>
            </a:lvl3pPr>
            <a:lvl4pPr marR="0" lvl="3" algn="l" rtl="0">
              <a:spcBef>
                <a:spcPts val="0"/>
              </a:spcBef>
              <a:spcAft>
                <a:spcPts val="0"/>
              </a:spcAft>
              <a:buSzPts val="1400"/>
              <a:buNone/>
              <a:defRPr sz="1800" b="0" i="0" u="none" strike="noStrike" cap="none">
                <a:solidFill>
                  <a:schemeClr val="dk1"/>
                </a:solidFill>
                <a:latin typeface="Corbel"/>
                <a:ea typeface="Corbel"/>
                <a:cs typeface="Corbel"/>
                <a:sym typeface="Corbel"/>
              </a:defRPr>
            </a:lvl4pPr>
            <a:lvl5pPr marR="0" lvl="4" algn="l" rtl="0">
              <a:spcBef>
                <a:spcPts val="0"/>
              </a:spcBef>
              <a:spcAft>
                <a:spcPts val="0"/>
              </a:spcAft>
              <a:buSzPts val="1400"/>
              <a:buNone/>
              <a:defRPr sz="1800" b="0" i="0" u="none" strike="noStrike" cap="none">
                <a:solidFill>
                  <a:schemeClr val="dk1"/>
                </a:solidFill>
                <a:latin typeface="Corbel"/>
                <a:ea typeface="Corbel"/>
                <a:cs typeface="Corbel"/>
                <a:sym typeface="Corbel"/>
              </a:defRPr>
            </a:lvl5pPr>
            <a:lvl6pPr marR="0" lvl="5" algn="l" rtl="0">
              <a:spcBef>
                <a:spcPts val="0"/>
              </a:spcBef>
              <a:spcAft>
                <a:spcPts val="0"/>
              </a:spcAft>
              <a:buSzPts val="1400"/>
              <a:buNone/>
              <a:defRPr sz="1800" b="0" i="0" u="none" strike="noStrike" cap="none">
                <a:solidFill>
                  <a:schemeClr val="dk1"/>
                </a:solidFill>
                <a:latin typeface="Corbel"/>
                <a:ea typeface="Corbel"/>
                <a:cs typeface="Corbel"/>
                <a:sym typeface="Corbel"/>
              </a:defRPr>
            </a:lvl6pPr>
            <a:lvl7pPr marR="0" lvl="6" algn="l" rtl="0">
              <a:spcBef>
                <a:spcPts val="0"/>
              </a:spcBef>
              <a:spcAft>
                <a:spcPts val="0"/>
              </a:spcAft>
              <a:buSzPts val="1400"/>
              <a:buNone/>
              <a:defRPr sz="1800" b="0" i="0" u="none" strike="noStrike" cap="none">
                <a:solidFill>
                  <a:schemeClr val="dk1"/>
                </a:solidFill>
                <a:latin typeface="Corbel"/>
                <a:ea typeface="Corbel"/>
                <a:cs typeface="Corbel"/>
                <a:sym typeface="Corbel"/>
              </a:defRPr>
            </a:lvl7pPr>
            <a:lvl8pPr marR="0" lvl="7" algn="l" rtl="0">
              <a:spcBef>
                <a:spcPts val="0"/>
              </a:spcBef>
              <a:spcAft>
                <a:spcPts val="0"/>
              </a:spcAft>
              <a:buSzPts val="1400"/>
              <a:buNone/>
              <a:defRPr sz="1800" b="0" i="0" u="none" strike="noStrike" cap="none">
                <a:solidFill>
                  <a:schemeClr val="dk1"/>
                </a:solidFill>
                <a:latin typeface="Corbel"/>
                <a:ea typeface="Corbel"/>
                <a:cs typeface="Corbel"/>
                <a:sym typeface="Corbel"/>
              </a:defRPr>
            </a:lvl8pPr>
            <a:lvl9pPr marR="0" lvl="8" algn="l" rtl="0">
              <a:spcBef>
                <a:spcPts val="0"/>
              </a:spcBef>
              <a:spcAft>
                <a:spcPts val="0"/>
              </a:spcAft>
              <a:buSzPts val="1400"/>
              <a:buNone/>
              <a:defRPr sz="1800" b="0" i="0" u="none" strike="noStrike" cap="none">
                <a:solidFill>
                  <a:schemeClr val="dk1"/>
                </a:solidFill>
                <a:latin typeface="Corbel"/>
                <a:ea typeface="Corbel"/>
                <a:cs typeface="Corbel"/>
                <a:sym typeface="Corbel"/>
              </a:defRPr>
            </a:lvl9pPr>
          </a:lstStyle>
          <a:p>
            <a:endParaRPr/>
          </a:p>
        </p:txBody>
      </p:sp>
      <p:sp>
        <p:nvSpPr>
          <p:cNvPr id="92" name="Google Shape;92;p13"/>
          <p:cNvSpPr txBox="1">
            <a:spLocks noGrp="1"/>
          </p:cNvSpPr>
          <p:nvPr>
            <p:ph type="sldNum" idx="12"/>
          </p:nvPr>
        </p:nvSpPr>
        <p:spPr>
          <a:xfrm>
            <a:off x="10951856" y="5883275"/>
            <a:ext cx="551167"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Corbel"/>
                <a:ea typeface="Corbel"/>
                <a:cs typeface="Corbel"/>
                <a:sym typeface="Corbel"/>
              </a:defRPr>
            </a:lvl1pPr>
            <a:lvl2pPr marL="0" marR="0" lvl="1" indent="0" algn="r" rtl="0">
              <a:spcBef>
                <a:spcPts val="0"/>
              </a:spcBef>
              <a:buNone/>
              <a:defRPr sz="1000" b="0" i="0" u="none" strike="noStrike" cap="none">
                <a:solidFill>
                  <a:schemeClr val="dk1"/>
                </a:solidFill>
                <a:latin typeface="Corbel"/>
                <a:ea typeface="Corbel"/>
                <a:cs typeface="Corbel"/>
                <a:sym typeface="Corbel"/>
              </a:defRPr>
            </a:lvl2pPr>
            <a:lvl3pPr marL="0" marR="0" lvl="2" indent="0" algn="r" rtl="0">
              <a:spcBef>
                <a:spcPts val="0"/>
              </a:spcBef>
              <a:buNone/>
              <a:defRPr sz="1000" b="0" i="0" u="none" strike="noStrike" cap="none">
                <a:solidFill>
                  <a:schemeClr val="dk1"/>
                </a:solidFill>
                <a:latin typeface="Corbel"/>
                <a:ea typeface="Corbel"/>
                <a:cs typeface="Corbel"/>
                <a:sym typeface="Corbel"/>
              </a:defRPr>
            </a:lvl3pPr>
            <a:lvl4pPr marL="0" marR="0" lvl="3" indent="0" algn="r" rtl="0">
              <a:spcBef>
                <a:spcPts val="0"/>
              </a:spcBef>
              <a:buNone/>
              <a:defRPr sz="1000" b="0" i="0" u="none" strike="noStrike" cap="none">
                <a:solidFill>
                  <a:schemeClr val="dk1"/>
                </a:solidFill>
                <a:latin typeface="Corbel"/>
                <a:ea typeface="Corbel"/>
                <a:cs typeface="Corbel"/>
                <a:sym typeface="Corbel"/>
              </a:defRPr>
            </a:lvl4pPr>
            <a:lvl5pPr marL="0" marR="0" lvl="4" indent="0" algn="r" rtl="0">
              <a:spcBef>
                <a:spcPts val="0"/>
              </a:spcBef>
              <a:buNone/>
              <a:defRPr sz="1000" b="0" i="0" u="none" strike="noStrike" cap="none">
                <a:solidFill>
                  <a:schemeClr val="dk1"/>
                </a:solidFill>
                <a:latin typeface="Corbel"/>
                <a:ea typeface="Corbel"/>
                <a:cs typeface="Corbel"/>
                <a:sym typeface="Corbel"/>
              </a:defRPr>
            </a:lvl5pPr>
            <a:lvl6pPr marL="0" marR="0" lvl="5" indent="0" algn="r" rtl="0">
              <a:spcBef>
                <a:spcPts val="0"/>
              </a:spcBef>
              <a:buNone/>
              <a:defRPr sz="1000" b="0" i="0" u="none" strike="noStrike" cap="none">
                <a:solidFill>
                  <a:schemeClr val="dk1"/>
                </a:solidFill>
                <a:latin typeface="Corbel"/>
                <a:ea typeface="Corbel"/>
                <a:cs typeface="Corbel"/>
                <a:sym typeface="Corbel"/>
              </a:defRPr>
            </a:lvl6pPr>
            <a:lvl7pPr marL="0" marR="0" lvl="6" indent="0" algn="r" rtl="0">
              <a:spcBef>
                <a:spcPts val="0"/>
              </a:spcBef>
              <a:buNone/>
              <a:defRPr sz="1000" b="0" i="0" u="none" strike="noStrike" cap="none">
                <a:solidFill>
                  <a:schemeClr val="dk1"/>
                </a:solidFill>
                <a:latin typeface="Corbel"/>
                <a:ea typeface="Corbel"/>
                <a:cs typeface="Corbel"/>
                <a:sym typeface="Corbel"/>
              </a:defRPr>
            </a:lvl7pPr>
            <a:lvl8pPr marL="0" marR="0" lvl="7" indent="0" algn="r" rtl="0">
              <a:spcBef>
                <a:spcPts val="0"/>
              </a:spcBef>
              <a:buNone/>
              <a:defRPr sz="1000" b="0" i="0" u="none" strike="noStrike" cap="none">
                <a:solidFill>
                  <a:schemeClr val="dk1"/>
                </a:solidFill>
                <a:latin typeface="Corbel"/>
                <a:ea typeface="Corbel"/>
                <a:cs typeface="Corbel"/>
                <a:sym typeface="Corbel"/>
              </a:defRPr>
            </a:lvl8pPr>
            <a:lvl9pPr marL="0" marR="0" lvl="8" indent="0" algn="r" rtl="0">
              <a:spcBef>
                <a:spcPts val="0"/>
              </a:spcBef>
              <a:buNone/>
              <a:defRPr sz="1000" b="0" i="0" u="none" strike="noStrike" cap="none">
                <a:solidFill>
                  <a:schemeClr val="dk1"/>
                </a:solidFill>
                <a:latin typeface="Corbel"/>
                <a:ea typeface="Corbel"/>
                <a:cs typeface="Corbel"/>
                <a:sym typeface="Corbe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17" name="Google Shape;217;p31" descr="What are Recurrent Neural Networks?"/>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8" name="Google Shape;218;p31"/>
          <p:cNvSpPr txBox="1">
            <a:spLocks noGrp="1"/>
          </p:cNvSpPr>
          <p:nvPr>
            <p:ph type="subTitle" idx="1"/>
          </p:nvPr>
        </p:nvSpPr>
        <p:spPr>
          <a:xfrm>
            <a:off x="0" y="732396"/>
            <a:ext cx="5876925" cy="1388534"/>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SzPts val="2610"/>
              <a:buNone/>
            </a:pPr>
            <a:endParaRPr sz="1800" b="0" i="0" u="none" strike="noStrike">
              <a:solidFill>
                <a:srgbClr val="D8D8D8"/>
              </a:solidFill>
              <a:latin typeface="Times New Roman"/>
              <a:ea typeface="Times New Roman"/>
              <a:cs typeface="Times New Roman"/>
              <a:sym typeface="Times New Roman"/>
            </a:endParaRPr>
          </a:p>
          <a:p>
            <a:pPr marL="0" lvl="0" indent="0" algn="ctr" rtl="0">
              <a:spcBef>
                <a:spcPts val="1080"/>
              </a:spcBef>
              <a:spcAft>
                <a:spcPts val="0"/>
              </a:spcAft>
              <a:buSzPts val="3480"/>
              <a:buNone/>
            </a:pPr>
            <a:r>
              <a:rPr lang="en-US" sz="2400" b="1" i="0" u="none" strike="noStrike">
                <a:solidFill>
                  <a:srgbClr val="D8D8D8"/>
                </a:solidFill>
                <a:latin typeface="Times New Roman"/>
                <a:ea typeface="Times New Roman"/>
                <a:cs typeface="Times New Roman"/>
                <a:sym typeface="Times New Roman"/>
              </a:rPr>
              <a:t> FOOTBALL MATCH RESULTS PREDICTOR </a:t>
            </a:r>
            <a:endParaRPr sz="2800" b="1">
              <a:solidFill>
                <a:srgbClr val="D8D8D8"/>
              </a:solidFill>
            </a:endParaRPr>
          </a:p>
        </p:txBody>
      </p:sp>
      <p:sp>
        <p:nvSpPr>
          <p:cNvPr id="219" name="Google Shape;219;p31"/>
          <p:cNvSpPr txBox="1"/>
          <p:nvPr/>
        </p:nvSpPr>
        <p:spPr>
          <a:xfrm>
            <a:off x="1097756" y="2705725"/>
            <a:ext cx="3681412" cy="144655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b="1" i="0" u="none" strike="noStrike" cap="none">
                <a:solidFill>
                  <a:srgbClr val="D8D8D8"/>
                </a:solidFill>
                <a:latin typeface="Times New Roman"/>
                <a:ea typeface="Times New Roman"/>
                <a:cs typeface="Times New Roman"/>
                <a:sym typeface="Times New Roman"/>
              </a:rPr>
              <a:t>AMD </a:t>
            </a:r>
            <a:endParaRPr sz="2000" b="0" i="0" u="none" strike="noStrike" cap="none">
              <a:solidFill>
                <a:srgbClr val="D8D8D8"/>
              </a:solidFill>
              <a:latin typeface="Times New Roman"/>
              <a:ea typeface="Times New Roman"/>
              <a:cs typeface="Times New Roman"/>
              <a:sym typeface="Times New Roman"/>
            </a:endParaRPr>
          </a:p>
          <a:p>
            <a:pPr marL="0" marR="0" lvl="0" indent="0" algn="ctr" rtl="0">
              <a:spcBef>
                <a:spcPts val="0"/>
              </a:spcBef>
              <a:spcAft>
                <a:spcPts val="0"/>
              </a:spcAft>
              <a:buNone/>
            </a:pPr>
            <a:endParaRPr sz="1800" b="0" i="0" u="none" strike="noStrike" cap="none">
              <a:solidFill>
                <a:srgbClr val="D8D8D8"/>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0" i="0" u="none" strike="noStrike" cap="none">
                <a:solidFill>
                  <a:srgbClr val="D8D8D8"/>
                </a:solidFill>
                <a:latin typeface="Times New Roman"/>
                <a:ea typeface="Times New Roman"/>
                <a:cs typeface="Times New Roman"/>
                <a:sym typeface="Times New Roman"/>
              </a:rPr>
              <a:t>Dheeraj Parkash</a:t>
            </a:r>
            <a:endParaRPr sz="1600" b="0" i="0" u="none" strike="noStrike" cap="none">
              <a:solidFill>
                <a:srgbClr val="D8D8D8"/>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0" i="0" u="none" strike="noStrike" cap="none">
                <a:solidFill>
                  <a:srgbClr val="D8D8D8"/>
                </a:solidFill>
                <a:latin typeface="Times New Roman"/>
                <a:ea typeface="Times New Roman"/>
                <a:cs typeface="Times New Roman"/>
                <a:sym typeface="Times New Roman"/>
              </a:rPr>
              <a:t>Muhammad Ahmed </a:t>
            </a:r>
            <a:endParaRPr sz="1600" b="0" i="0" u="none" strike="noStrike" cap="none">
              <a:solidFill>
                <a:srgbClr val="D8D8D8"/>
              </a:solidFill>
              <a:latin typeface="Times New Roman"/>
              <a:ea typeface="Times New Roman"/>
              <a:cs typeface="Times New Roman"/>
              <a:sym typeface="Times New Roman"/>
            </a:endParaRPr>
          </a:p>
          <a:p>
            <a:pPr marL="0" marR="0" lvl="0" indent="0" algn="ctr" rtl="0">
              <a:spcBef>
                <a:spcPts val="0"/>
              </a:spcBef>
              <a:spcAft>
                <a:spcPts val="0"/>
              </a:spcAft>
              <a:buNone/>
            </a:pPr>
            <a:r>
              <a:rPr lang="en-US" sz="1600" b="0" i="0" u="none" strike="noStrike" cap="none">
                <a:solidFill>
                  <a:srgbClr val="D8D8D8"/>
                </a:solidFill>
                <a:latin typeface="Times New Roman"/>
                <a:ea typeface="Times New Roman"/>
                <a:cs typeface="Times New Roman"/>
                <a:sym typeface="Times New Roman"/>
              </a:rPr>
              <a:t>Alireza Foroutan </a:t>
            </a:r>
            <a:endParaRPr sz="1600" b="0" i="0" u="none" strike="noStrike" cap="none">
              <a:solidFill>
                <a:srgbClr val="D8D8D8"/>
              </a:solidFill>
              <a:latin typeface="Corbel"/>
              <a:ea typeface="Corbel"/>
              <a:cs typeface="Corbel"/>
              <a:sym typeface="Corbel"/>
            </a:endParaRPr>
          </a:p>
        </p:txBody>
      </p:sp>
      <p:pic>
        <p:nvPicPr>
          <p:cNvPr id="220" name="Google Shape;220;p31"/>
          <p:cNvPicPr preferRelativeResize="0"/>
          <p:nvPr/>
        </p:nvPicPr>
        <p:blipFill rotWithShape="1">
          <a:blip r:embed="rId4">
            <a:alphaModFix/>
          </a:blip>
          <a:srcRect t="19540"/>
          <a:stretch/>
        </p:blipFill>
        <p:spPr>
          <a:xfrm>
            <a:off x="10440750" y="128950"/>
            <a:ext cx="1632300" cy="675000"/>
          </a:xfrm>
          <a:prstGeom prst="snip2DiagRect">
            <a:avLst>
              <a:gd name="adj1" fmla="val 0"/>
              <a:gd name="adj2" fmla="val 16667"/>
            </a:avLst>
          </a:prstGeom>
          <a:solidFill>
            <a:srgbClr val="ECECEC"/>
          </a:solidFill>
          <a:ln w="88900" cap="sq" cmpd="sng">
            <a:solidFill>
              <a:srgbClr val="FFFFFF"/>
            </a:solidFill>
            <a:prstDash val="solid"/>
            <a:miter lim="800000"/>
            <a:headEnd type="none" w="sm" len="sm"/>
            <a:tailEnd type="none" w="sm" len="sm"/>
          </a:ln>
          <a:effectLst>
            <a:outerShdw blurRad="88900" algn="tl" rotWithShape="0">
              <a:srgbClr val="000000">
                <a:alpha val="44705"/>
              </a:srgbClr>
            </a:outerShdw>
          </a:effectLst>
        </p:spPr>
      </p:pic>
      <p:sp>
        <p:nvSpPr>
          <p:cNvPr id="221" name="Google Shape;221;p31"/>
          <p:cNvSpPr txBox="1"/>
          <p:nvPr/>
        </p:nvSpPr>
        <p:spPr>
          <a:xfrm>
            <a:off x="3071813" y="3210996"/>
            <a:ext cx="614362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dk1"/>
                </a:solidFill>
                <a:latin typeface="Corbel"/>
                <a:ea typeface="Corbel"/>
                <a:cs typeface="Corbel"/>
                <a:sym typeface="Corbel"/>
              </a:rPr>
              <a:t> </a:t>
            </a:r>
            <a:endParaRPr sz="1800">
              <a:solidFill>
                <a:schemeClr val="dk1"/>
              </a:solidFill>
              <a:latin typeface="Corbel"/>
              <a:ea typeface="Corbel"/>
              <a:cs typeface="Corbel"/>
              <a:sym typeface="Corbe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2"/>
          <p:cNvSpPr txBox="1">
            <a:spLocks noGrp="1"/>
          </p:cNvSpPr>
          <p:nvPr>
            <p:ph type="title"/>
          </p:nvPr>
        </p:nvSpPr>
        <p:spPr>
          <a:xfrm>
            <a:off x="1543050" y="519100"/>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600" b="1" i="0">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227" name="Google Shape;227;p32"/>
          <p:cNvSpPr txBox="1">
            <a:spLocks noGrp="1"/>
          </p:cNvSpPr>
          <p:nvPr>
            <p:ph type="body" idx="1"/>
          </p:nvPr>
        </p:nvSpPr>
        <p:spPr>
          <a:xfrm>
            <a:off x="1409550" y="1844675"/>
            <a:ext cx="10649100" cy="4351200"/>
          </a:xfrm>
          <a:prstGeom prst="rect">
            <a:avLst/>
          </a:prstGeom>
          <a:noFill/>
          <a:ln>
            <a:noFill/>
          </a:ln>
        </p:spPr>
        <p:txBody>
          <a:bodyPr spcFirstLastPara="1" wrap="square" lIns="91425" tIns="45700" rIns="91425" bIns="45700" anchor="t" anchorCtr="0">
            <a:normAutofit/>
          </a:bodyPr>
          <a:lstStyle/>
          <a:p>
            <a:pPr marL="228600" lvl="0" indent="-228600" algn="l" rtl="0">
              <a:lnSpc>
                <a:spcPct val="115000"/>
              </a:lnSpc>
              <a:spcBef>
                <a:spcPts val="0"/>
              </a:spcBef>
              <a:spcAft>
                <a:spcPts val="0"/>
              </a:spcAft>
              <a:buClr>
                <a:srgbClr val="0E101A"/>
              </a:buClr>
              <a:buSzPts val="2800"/>
              <a:buFont typeface="Times New Roman"/>
              <a:buChar char="•"/>
            </a:pPr>
            <a:r>
              <a:rPr lang="en-US">
                <a:solidFill>
                  <a:srgbClr val="0E101A"/>
                </a:solidFill>
                <a:latin typeface="Times New Roman"/>
                <a:ea typeface="Times New Roman"/>
                <a:cs typeface="Times New Roman"/>
                <a:sym typeface="Times New Roman"/>
              </a:rPr>
              <a:t>Data-driven prediction of football match outcomes and championship results using machine learning.</a:t>
            </a:r>
            <a:endParaRPr>
              <a:solidFill>
                <a:srgbClr val="0E101A"/>
              </a:solidFill>
              <a:latin typeface="Times New Roman"/>
              <a:ea typeface="Times New Roman"/>
              <a:cs typeface="Times New Roman"/>
              <a:sym typeface="Times New Roman"/>
            </a:endParaRPr>
          </a:p>
          <a:p>
            <a:pPr marL="228600" lvl="0" indent="-228600" algn="l" rtl="0">
              <a:lnSpc>
                <a:spcPct val="115000"/>
              </a:lnSpc>
              <a:spcBef>
                <a:spcPts val="0"/>
              </a:spcBef>
              <a:spcAft>
                <a:spcPts val="0"/>
              </a:spcAft>
              <a:buClr>
                <a:srgbClr val="0E101A"/>
              </a:buClr>
              <a:buSzPts val="2800"/>
              <a:buFont typeface="Times New Roman"/>
              <a:buChar char="•"/>
            </a:pPr>
            <a:r>
              <a:rPr lang="en-US">
                <a:solidFill>
                  <a:srgbClr val="0E101A"/>
                </a:solidFill>
                <a:latin typeface="Times New Roman"/>
                <a:ea typeface="Times New Roman"/>
                <a:cs typeface="Times New Roman"/>
                <a:sym typeface="Times New Roman"/>
              </a:rPr>
              <a:t>Meticulous handling of data, cleaning inconsistencies, and merging datasets into a unified "rera" dataset.</a:t>
            </a:r>
            <a:endParaRPr>
              <a:solidFill>
                <a:srgbClr val="0E101A"/>
              </a:solidFill>
              <a:latin typeface="Times New Roman"/>
              <a:ea typeface="Times New Roman"/>
              <a:cs typeface="Times New Roman"/>
              <a:sym typeface="Times New Roman"/>
            </a:endParaRPr>
          </a:p>
          <a:p>
            <a:pPr marL="228600" lvl="0" indent="-228600" algn="l" rtl="0">
              <a:lnSpc>
                <a:spcPct val="115000"/>
              </a:lnSpc>
              <a:spcBef>
                <a:spcPts val="0"/>
              </a:spcBef>
              <a:spcAft>
                <a:spcPts val="0"/>
              </a:spcAft>
              <a:buClr>
                <a:srgbClr val="0E101A"/>
              </a:buClr>
              <a:buSzPts val="2800"/>
              <a:buFont typeface="Times New Roman"/>
              <a:buChar char="•"/>
            </a:pPr>
            <a:r>
              <a:rPr lang="en-US">
                <a:solidFill>
                  <a:srgbClr val="0E101A"/>
                </a:solidFill>
                <a:latin typeface="Times New Roman"/>
                <a:ea typeface="Times New Roman"/>
                <a:cs typeface="Times New Roman"/>
                <a:sym typeface="Times New Roman"/>
              </a:rPr>
              <a:t>Regression models are fine-tuned and evaluated using confusion matrices.</a:t>
            </a:r>
            <a:endParaRPr>
              <a:solidFill>
                <a:srgbClr val="0E101A"/>
              </a:solidFill>
              <a:latin typeface="Times New Roman"/>
              <a:ea typeface="Times New Roman"/>
              <a:cs typeface="Times New Roman"/>
              <a:sym typeface="Times New Roman"/>
            </a:endParaRPr>
          </a:p>
          <a:p>
            <a:pPr marL="228600" lvl="0" indent="-228600" algn="l" rtl="0">
              <a:lnSpc>
                <a:spcPct val="115000"/>
              </a:lnSpc>
              <a:spcBef>
                <a:spcPts val="0"/>
              </a:spcBef>
              <a:spcAft>
                <a:spcPts val="0"/>
              </a:spcAft>
              <a:buClr>
                <a:srgbClr val="0E101A"/>
              </a:buClr>
              <a:buSzPts val="2800"/>
              <a:buFont typeface="Times New Roman"/>
              <a:buChar char="•"/>
            </a:pPr>
            <a:r>
              <a:rPr lang="en-US">
                <a:solidFill>
                  <a:srgbClr val="0E101A"/>
                </a:solidFill>
                <a:latin typeface="Times New Roman"/>
                <a:ea typeface="Times New Roman"/>
                <a:cs typeface="Times New Roman"/>
                <a:sym typeface="Times New Roman"/>
              </a:rPr>
              <a:t>championship cup simulations, covering both group and knockout stages, with detailed understanding of tournament structure, point systems and match outcomes.</a:t>
            </a:r>
            <a:endParaRPr sz="48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3"/>
          <p:cNvSpPr txBox="1">
            <a:spLocks noGrp="1"/>
          </p:cNvSpPr>
          <p:nvPr>
            <p:ph type="title"/>
          </p:nvPr>
        </p:nvSpPr>
        <p:spPr>
          <a:xfrm>
            <a:off x="1533525" y="3556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600" b="1" i="0">
                <a:latin typeface="Times New Roman"/>
                <a:ea typeface="Times New Roman"/>
                <a:cs typeface="Times New Roman"/>
                <a:sym typeface="Times New Roman"/>
              </a:rPr>
              <a:t>Data Preparation</a:t>
            </a:r>
            <a:endParaRPr sz="3600" b="1" i="0">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4400"/>
              <a:buFont typeface="Arial"/>
              <a:buNone/>
            </a:pPr>
            <a:r>
              <a:rPr lang="en-US" sz="2800" b="1">
                <a:latin typeface="Times New Roman"/>
                <a:ea typeface="Times New Roman"/>
                <a:cs typeface="Times New Roman"/>
                <a:sym typeface="Times New Roman"/>
              </a:rPr>
              <a:t>Dataset Exploration</a:t>
            </a:r>
            <a:endParaRPr sz="2800" b="1">
              <a:latin typeface="Times New Roman"/>
              <a:ea typeface="Times New Roman"/>
              <a:cs typeface="Times New Roman"/>
              <a:sym typeface="Times New Roman"/>
            </a:endParaRPr>
          </a:p>
        </p:txBody>
      </p:sp>
      <p:sp>
        <p:nvSpPr>
          <p:cNvPr id="233" name="Google Shape;233;p33"/>
          <p:cNvSpPr txBox="1">
            <a:spLocks noGrp="1"/>
          </p:cNvSpPr>
          <p:nvPr>
            <p:ph type="body" idx="1"/>
          </p:nvPr>
        </p:nvSpPr>
        <p:spPr>
          <a:xfrm>
            <a:off x="1533525" y="1816100"/>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SzPts val="3480"/>
              <a:buNone/>
            </a:pPr>
            <a:r>
              <a:rPr lang="en-US">
                <a:solidFill>
                  <a:srgbClr val="0E101A"/>
                </a:solidFill>
                <a:latin typeface="Times New Roman"/>
                <a:ea typeface="Times New Roman"/>
                <a:cs typeface="Times New Roman"/>
                <a:sym typeface="Times New Roman"/>
              </a:rPr>
              <a:t>FIFA Rankings (1992-2023) and International Football Results (1872-2023) provide a global football overview, facilitating a detailed analysis of international competitiveness with key attributes in the ranking dataset and historical perspectives from 45,315 matches in the results dataset.</a:t>
            </a:r>
            <a:endParaRPr>
              <a:solidFill>
                <a:srgbClr val="0E101A"/>
              </a:solidFill>
              <a:latin typeface="Times New Roman"/>
              <a:ea typeface="Times New Roman"/>
              <a:cs typeface="Times New Roman"/>
              <a:sym typeface="Times New Roman"/>
            </a:endParaRPr>
          </a:p>
          <a:p>
            <a:pPr marL="228600" lvl="0" indent="0" algn="l" rtl="0">
              <a:lnSpc>
                <a:spcPct val="90000"/>
              </a:lnSpc>
              <a:spcBef>
                <a:spcPts val="1000"/>
              </a:spcBef>
              <a:spcAft>
                <a:spcPts val="0"/>
              </a:spcAft>
              <a:buSzPts val="3480"/>
              <a:buNone/>
            </a:pP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4"/>
          <p:cNvSpPr txBox="1">
            <a:spLocks noGrp="1"/>
          </p:cNvSpPr>
          <p:nvPr>
            <p:ph type="title"/>
          </p:nvPr>
        </p:nvSpPr>
        <p:spPr>
          <a:xfrm>
            <a:off x="1514475" y="33655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600" b="1">
                <a:latin typeface="Times New Roman"/>
                <a:ea typeface="Times New Roman"/>
                <a:cs typeface="Times New Roman"/>
                <a:sym typeface="Times New Roman"/>
              </a:rPr>
              <a:t>Data Preparation</a:t>
            </a:r>
            <a:endParaRPr sz="3600" b="1">
              <a:latin typeface="Times New Roman"/>
              <a:ea typeface="Times New Roman"/>
              <a:cs typeface="Times New Roman"/>
              <a:sym typeface="Times New Roman"/>
            </a:endParaRPr>
          </a:p>
          <a:p>
            <a:pPr marL="0" lvl="0" indent="0" algn="l" rtl="0">
              <a:spcBef>
                <a:spcPts val="0"/>
              </a:spcBef>
              <a:spcAft>
                <a:spcPts val="0"/>
              </a:spcAft>
              <a:buClr>
                <a:schemeClr val="dk1"/>
              </a:buClr>
              <a:buSzPts val="2800"/>
              <a:buFont typeface="Times New Roman"/>
              <a:buNone/>
            </a:pPr>
            <a:r>
              <a:rPr lang="en-US" sz="2800" b="1">
                <a:latin typeface="Times New Roman"/>
                <a:ea typeface="Times New Roman"/>
                <a:cs typeface="Times New Roman"/>
                <a:sym typeface="Times New Roman"/>
              </a:rPr>
              <a:t>Dataset Exploration</a:t>
            </a:r>
            <a:endParaRPr sz="2800" b="1">
              <a:latin typeface="Times New Roman"/>
              <a:ea typeface="Times New Roman"/>
              <a:cs typeface="Times New Roman"/>
              <a:sym typeface="Times New Roman"/>
            </a:endParaRPr>
          </a:p>
        </p:txBody>
      </p:sp>
      <p:pic>
        <p:nvPicPr>
          <p:cNvPr id="239" name="Google Shape;239;p34"/>
          <p:cNvPicPr preferRelativeResize="0"/>
          <p:nvPr/>
        </p:nvPicPr>
        <p:blipFill rotWithShape="1">
          <a:blip r:embed="rId3">
            <a:alphaModFix/>
          </a:blip>
          <a:srcRect l="19816" t="35149" r="19077" b="17106"/>
          <a:stretch/>
        </p:blipFill>
        <p:spPr>
          <a:xfrm>
            <a:off x="1819800" y="1797050"/>
            <a:ext cx="9904945" cy="43512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5"/>
          <p:cNvSpPr txBox="1">
            <a:spLocks noGrp="1"/>
          </p:cNvSpPr>
          <p:nvPr>
            <p:ph type="title"/>
          </p:nvPr>
        </p:nvSpPr>
        <p:spPr>
          <a:xfrm>
            <a:off x="15240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3200" b="1">
                <a:latin typeface="Times New Roman"/>
                <a:ea typeface="Times New Roman"/>
                <a:cs typeface="Times New Roman"/>
                <a:sym typeface="Times New Roman"/>
              </a:rPr>
              <a:t>Cutting Year Selection</a:t>
            </a:r>
            <a:endParaRPr sz="3600"/>
          </a:p>
        </p:txBody>
      </p:sp>
      <p:sp>
        <p:nvSpPr>
          <p:cNvPr id="245" name="Google Shape;245;p35"/>
          <p:cNvSpPr txBox="1">
            <a:spLocks noGrp="1"/>
          </p:cNvSpPr>
          <p:nvPr>
            <p:ph type="body" idx="1"/>
          </p:nvPr>
        </p:nvSpPr>
        <p:spPr>
          <a:xfrm>
            <a:off x="1524000" y="1825625"/>
            <a:ext cx="10515600" cy="4351200"/>
          </a:xfrm>
          <a:prstGeom prst="rect">
            <a:avLst/>
          </a:prstGeom>
          <a:noFill/>
          <a:ln>
            <a:noFill/>
          </a:ln>
        </p:spPr>
        <p:txBody>
          <a:bodyPr spcFirstLastPara="1" wrap="square" lIns="91425" tIns="45700" rIns="91425" bIns="45700" anchor="t" anchorCtr="0">
            <a:noAutofit/>
          </a:bodyPr>
          <a:lstStyle/>
          <a:p>
            <a:pPr marL="508000" lvl="1" indent="0" algn="just" rtl="0">
              <a:lnSpc>
                <a:spcPct val="115000"/>
              </a:lnSpc>
              <a:spcBef>
                <a:spcPts val="0"/>
              </a:spcBef>
              <a:spcAft>
                <a:spcPts val="0"/>
              </a:spcAft>
              <a:buClr>
                <a:srgbClr val="0E101A"/>
              </a:buClr>
              <a:buSzPts val="2800"/>
              <a:buNone/>
            </a:pPr>
            <a:r>
              <a:rPr lang="en-US" sz="2800">
                <a:solidFill>
                  <a:srgbClr val="0E101A"/>
                </a:solidFill>
                <a:latin typeface="Times New Roman"/>
                <a:ea typeface="Times New Roman"/>
                <a:cs typeface="Times New Roman"/>
                <a:sym typeface="Times New Roman"/>
              </a:rPr>
              <a:t>Uniformity in datasets was achieved by adopting 2003 as the cutoff year. Emphasis on practicality and consistency in country nomenclature from 2003, while acknowledging historical events.</a:t>
            </a:r>
            <a:endParaRPr sz="2800">
              <a:solidFill>
                <a:srgbClr val="0E101A"/>
              </a:solidFill>
              <a:latin typeface="Times New Roman"/>
              <a:ea typeface="Times New Roman"/>
              <a:cs typeface="Times New Roman"/>
              <a:sym typeface="Times New Roman"/>
            </a:endParaRPr>
          </a:p>
          <a:p>
            <a:pPr marL="0" lvl="0" indent="0" algn="l" rtl="0">
              <a:spcBef>
                <a:spcPts val="1000"/>
              </a:spcBef>
              <a:spcAft>
                <a:spcPts val="0"/>
              </a:spcAft>
              <a:buSzPts val="3480"/>
              <a:buNone/>
            </a:pPr>
            <a:endParaRPr>
              <a:latin typeface="Times New Roman"/>
              <a:ea typeface="Times New Roman"/>
              <a:cs typeface="Times New Roman"/>
              <a:sym typeface="Times New Roman"/>
            </a:endParaRPr>
          </a:p>
        </p:txBody>
      </p:sp>
      <p:pic>
        <p:nvPicPr>
          <p:cNvPr id="246" name="Google Shape;246;p35"/>
          <p:cNvPicPr preferRelativeResize="0"/>
          <p:nvPr/>
        </p:nvPicPr>
        <p:blipFill rotWithShape="1">
          <a:blip r:embed="rId3">
            <a:alphaModFix/>
          </a:blip>
          <a:srcRect l="27909" t="58182" r="25821" b="19261"/>
          <a:stretch/>
        </p:blipFill>
        <p:spPr>
          <a:xfrm>
            <a:off x="2080950" y="3743325"/>
            <a:ext cx="7320225" cy="185247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6"/>
          <p:cNvSpPr txBox="1">
            <a:spLocks noGrp="1"/>
          </p:cNvSpPr>
          <p:nvPr>
            <p:ph type="title"/>
          </p:nvPr>
        </p:nvSpPr>
        <p:spPr>
          <a:xfrm>
            <a:off x="1485900" y="39370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3200" b="1">
                <a:latin typeface="Times New Roman"/>
                <a:ea typeface="Times New Roman"/>
                <a:cs typeface="Times New Roman"/>
                <a:sym typeface="Times New Roman"/>
              </a:rPr>
              <a:t>Country Name Standardization</a:t>
            </a:r>
            <a:endParaRPr sz="3600"/>
          </a:p>
        </p:txBody>
      </p:sp>
      <p:sp>
        <p:nvSpPr>
          <p:cNvPr id="252" name="Google Shape;252;p36"/>
          <p:cNvSpPr txBox="1">
            <a:spLocks noGrp="1"/>
          </p:cNvSpPr>
          <p:nvPr>
            <p:ph type="body" idx="1"/>
          </p:nvPr>
        </p:nvSpPr>
        <p:spPr>
          <a:xfrm>
            <a:off x="1485900" y="1854200"/>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SzPts val="4060"/>
              <a:buNone/>
            </a:pPr>
            <a:r>
              <a:rPr lang="en-US" sz="2800" dirty="0">
                <a:solidFill>
                  <a:srgbClr val="0E101A"/>
                </a:solidFill>
                <a:latin typeface="Times New Roman"/>
                <a:ea typeface="Times New Roman"/>
                <a:cs typeface="Times New Roman"/>
                <a:sym typeface="Times New Roman"/>
              </a:rPr>
              <a:t>Addressed dataset inconsistencies through mapping, rectifying duplications for consistent country name representation. Following standardization, additional filtering of 'FIFA World Cup' matches in the 'results' dataset resulted in hundreds of entries, showcasing a commitment to data integrity and ensuring robust analyses with uniform datasets.</a:t>
            </a:r>
            <a:endParaRPr sz="2800" dirty="0">
              <a:solidFill>
                <a:srgbClr val="0E101A"/>
              </a:solidFill>
              <a:latin typeface="Times New Roman"/>
              <a:ea typeface="Times New Roman"/>
              <a:cs typeface="Times New Roman"/>
              <a:sym typeface="Times New Roman"/>
            </a:endParaRPr>
          </a:p>
          <a:p>
            <a:pPr marL="914400" lvl="0" indent="0" algn="just" rtl="0">
              <a:lnSpc>
                <a:spcPct val="115000"/>
              </a:lnSpc>
              <a:spcBef>
                <a:spcPts val="0"/>
              </a:spcBef>
              <a:spcAft>
                <a:spcPts val="0"/>
              </a:spcAft>
              <a:buSzPts val="4060"/>
              <a:buNone/>
            </a:pPr>
            <a:endParaRPr sz="2800" dirty="0">
              <a:solidFill>
                <a:srgbClr val="0E101A"/>
              </a:solidFill>
              <a:latin typeface="Times New Roman"/>
              <a:ea typeface="Times New Roman"/>
              <a:cs typeface="Times New Roman"/>
              <a:sym typeface="Times New Roman"/>
            </a:endParaRPr>
          </a:p>
          <a:p>
            <a:pPr marL="0" lvl="0" indent="0" algn="l" rtl="0">
              <a:spcBef>
                <a:spcPts val="1000"/>
              </a:spcBef>
              <a:spcAft>
                <a:spcPts val="0"/>
              </a:spcAft>
              <a:buSzPts val="3480"/>
              <a:buNone/>
            </a:pPr>
            <a:endParaRPr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37"/>
          <p:cNvSpPr txBox="1">
            <a:spLocks noGrp="1"/>
          </p:cNvSpPr>
          <p:nvPr>
            <p:ph type="title"/>
          </p:nvPr>
        </p:nvSpPr>
        <p:spPr>
          <a:xfrm>
            <a:off x="1457325" y="38417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3200" b="1">
                <a:latin typeface="Times New Roman"/>
                <a:ea typeface="Times New Roman"/>
                <a:cs typeface="Times New Roman"/>
                <a:sym typeface="Times New Roman"/>
              </a:rPr>
              <a:t>Data Resampling</a:t>
            </a:r>
            <a:endParaRPr sz="3600"/>
          </a:p>
        </p:txBody>
      </p:sp>
      <p:sp>
        <p:nvSpPr>
          <p:cNvPr id="258" name="Google Shape;258;p37"/>
          <p:cNvSpPr txBox="1">
            <a:spLocks noGrp="1"/>
          </p:cNvSpPr>
          <p:nvPr>
            <p:ph type="body" idx="1"/>
          </p:nvPr>
        </p:nvSpPr>
        <p:spPr>
          <a:xfrm>
            <a:off x="1457325" y="1844675"/>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None/>
            </a:pPr>
            <a:r>
              <a:rPr lang="en-US" sz="2800" dirty="0">
                <a:solidFill>
                  <a:srgbClr val="0E101A"/>
                </a:solidFill>
                <a:latin typeface="Times New Roman"/>
                <a:ea typeface="Times New Roman"/>
                <a:cs typeface="Times New Roman"/>
                <a:sym typeface="Times New Roman"/>
              </a:rPr>
              <a:t>To integrate ranking data seamlessly into the results database, the process involved resampling the ranking dataset daily to address asynchronous data collection. Employing Pandas' capabilities, the </a:t>
            </a:r>
            <a:r>
              <a:rPr lang="en-US" sz="2800" dirty="0" err="1">
                <a:solidFill>
                  <a:srgbClr val="0E101A"/>
                </a:solidFill>
                <a:latin typeface="Times New Roman"/>
                <a:ea typeface="Times New Roman"/>
                <a:cs typeface="Times New Roman"/>
                <a:sym typeface="Times New Roman"/>
              </a:rPr>
              <a:t>upsampled</a:t>
            </a:r>
            <a:r>
              <a:rPr lang="en-US" sz="2800" dirty="0">
                <a:solidFill>
                  <a:srgbClr val="0E101A"/>
                </a:solidFill>
                <a:latin typeface="Times New Roman"/>
                <a:ea typeface="Times New Roman"/>
                <a:cs typeface="Times New Roman"/>
                <a:sym typeface="Times New Roman"/>
              </a:rPr>
              <a:t> ranking data was strategically filled using the '</a:t>
            </a:r>
            <a:r>
              <a:rPr lang="en-US" sz="2800" dirty="0" err="1">
                <a:solidFill>
                  <a:srgbClr val="0E101A"/>
                </a:solidFill>
                <a:latin typeface="Times New Roman"/>
                <a:ea typeface="Times New Roman"/>
                <a:cs typeface="Times New Roman"/>
                <a:sym typeface="Times New Roman"/>
              </a:rPr>
              <a:t>ffill</a:t>
            </a:r>
            <a:r>
              <a:rPr lang="en-US" sz="2800" dirty="0">
                <a:solidFill>
                  <a:srgbClr val="0E101A"/>
                </a:solidFill>
                <a:latin typeface="Times New Roman"/>
                <a:ea typeface="Times New Roman"/>
                <a:cs typeface="Times New Roman"/>
                <a:sym typeface="Times New Roman"/>
              </a:rPr>
              <a:t>' method, ensuring continuity in the time series. The filtered data included only countries present in both datasets with 500k entries, ensuring coherence and completeness for subsequent analyses.</a:t>
            </a:r>
            <a:endParaRPr sz="2800" dirty="0">
              <a:solidFill>
                <a:srgbClr val="0E101A"/>
              </a:solidFill>
              <a:latin typeface="Times New Roman"/>
              <a:ea typeface="Times New Roman"/>
              <a:cs typeface="Times New Roman"/>
              <a:sym typeface="Times New Roman"/>
            </a:endParaRPr>
          </a:p>
          <a:p>
            <a:pPr marL="0" lvl="0" indent="0" algn="just" rtl="0">
              <a:spcBef>
                <a:spcPts val="1000"/>
              </a:spcBef>
              <a:spcAft>
                <a:spcPts val="0"/>
              </a:spcAft>
              <a:buSzPts val="3480"/>
              <a:buNone/>
            </a:pPr>
            <a:endParaRPr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8"/>
          <p:cNvSpPr txBox="1">
            <a:spLocks noGrp="1"/>
          </p:cNvSpPr>
          <p:nvPr>
            <p:ph type="title"/>
          </p:nvPr>
        </p:nvSpPr>
        <p:spPr>
          <a:xfrm>
            <a:off x="1457325"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3200" b="1">
                <a:latin typeface="Times New Roman"/>
                <a:ea typeface="Times New Roman"/>
                <a:cs typeface="Times New Roman"/>
                <a:sym typeface="Times New Roman"/>
              </a:rPr>
              <a:t>Data Resampling</a:t>
            </a:r>
            <a:endParaRPr sz="3600"/>
          </a:p>
        </p:txBody>
      </p:sp>
      <p:pic>
        <p:nvPicPr>
          <p:cNvPr id="264" name="Google Shape;264;p38"/>
          <p:cNvPicPr preferRelativeResize="0"/>
          <p:nvPr/>
        </p:nvPicPr>
        <p:blipFill rotWithShape="1">
          <a:blip r:embed="rId3">
            <a:alphaModFix/>
          </a:blip>
          <a:srcRect l="22647" t="26610" r="19616" b="16865"/>
          <a:stretch/>
        </p:blipFill>
        <p:spPr>
          <a:xfrm>
            <a:off x="2366400" y="1475075"/>
            <a:ext cx="9306975" cy="51230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39"/>
          <p:cNvSpPr txBox="1">
            <a:spLocks noGrp="1"/>
          </p:cNvSpPr>
          <p:nvPr>
            <p:ph type="title"/>
          </p:nvPr>
        </p:nvSpPr>
        <p:spPr>
          <a:xfrm>
            <a:off x="1495425"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1100"/>
              <a:buFont typeface="Arial"/>
              <a:buNone/>
            </a:pPr>
            <a:r>
              <a:rPr lang="en-US" sz="3200" b="1">
                <a:latin typeface="Times New Roman"/>
                <a:ea typeface="Times New Roman"/>
                <a:cs typeface="Times New Roman"/>
                <a:sym typeface="Times New Roman"/>
              </a:rPr>
              <a:t>Merging</a:t>
            </a:r>
            <a:endParaRPr sz="3600"/>
          </a:p>
        </p:txBody>
      </p:sp>
      <p:sp>
        <p:nvSpPr>
          <p:cNvPr id="270" name="Google Shape;270;p39"/>
          <p:cNvSpPr txBox="1">
            <a:spLocks noGrp="1"/>
          </p:cNvSpPr>
          <p:nvPr>
            <p:ph type="body" idx="1"/>
          </p:nvPr>
        </p:nvSpPr>
        <p:spPr>
          <a:xfrm>
            <a:off x="1495425" y="1825625"/>
            <a:ext cx="10515600" cy="4351200"/>
          </a:xfrm>
          <a:prstGeom prst="rect">
            <a:avLst/>
          </a:prstGeom>
          <a:noFill/>
          <a:ln>
            <a:noFill/>
          </a:ln>
        </p:spPr>
        <p:txBody>
          <a:bodyPr spcFirstLastPara="1" wrap="square" lIns="91425" tIns="45700" rIns="91425" bIns="45700" anchor="t" anchorCtr="0">
            <a:normAutofit/>
          </a:bodyPr>
          <a:lstStyle/>
          <a:p>
            <a:pPr marL="0" lvl="0" indent="0" algn="just" rtl="0">
              <a:lnSpc>
                <a:spcPct val="115000"/>
              </a:lnSpc>
              <a:spcBef>
                <a:spcPts val="0"/>
              </a:spcBef>
              <a:spcAft>
                <a:spcPts val="0"/>
              </a:spcAft>
              <a:buSzPts val="3480"/>
              <a:buNone/>
            </a:pPr>
            <a:r>
              <a:rPr lang="en-US" dirty="0">
                <a:solidFill>
                  <a:srgbClr val="0E101A"/>
                </a:solidFill>
                <a:latin typeface="Times New Roman"/>
                <a:ea typeface="Times New Roman"/>
                <a:cs typeface="Times New Roman"/>
                <a:sym typeface="Times New Roman"/>
              </a:rPr>
              <a:t>Integrated ranking data into the results dataset to form the '</a:t>
            </a:r>
            <a:r>
              <a:rPr lang="en-US" dirty="0" err="1">
                <a:solidFill>
                  <a:srgbClr val="0E101A"/>
                </a:solidFill>
                <a:latin typeface="Times New Roman"/>
                <a:ea typeface="Times New Roman"/>
                <a:cs typeface="Times New Roman"/>
                <a:sym typeface="Times New Roman"/>
              </a:rPr>
              <a:t>rera</a:t>
            </a:r>
            <a:r>
              <a:rPr lang="en-US" dirty="0">
                <a:solidFill>
                  <a:srgbClr val="0E101A"/>
                </a:solidFill>
                <a:latin typeface="Times New Roman"/>
                <a:ea typeface="Times New Roman"/>
                <a:cs typeface="Times New Roman"/>
                <a:sym typeface="Times New Roman"/>
              </a:rPr>
              <a:t>' </a:t>
            </a:r>
            <a:r>
              <a:rPr lang="en-US" dirty="0" err="1">
                <a:solidFill>
                  <a:srgbClr val="0E101A"/>
                </a:solidFill>
                <a:latin typeface="Times New Roman"/>
                <a:ea typeface="Times New Roman"/>
                <a:cs typeface="Times New Roman"/>
                <a:sym typeface="Times New Roman"/>
              </a:rPr>
              <a:t>DataFrame</a:t>
            </a:r>
            <a:r>
              <a:rPr lang="en-US" dirty="0">
                <a:solidFill>
                  <a:srgbClr val="0E101A"/>
                </a:solidFill>
                <a:latin typeface="Times New Roman"/>
                <a:ea typeface="Times New Roman"/>
                <a:cs typeface="Times New Roman"/>
                <a:sym typeface="Times New Roman"/>
              </a:rPr>
              <a:t>, associating each result row with corresponding ranking data columns. The resulting </a:t>
            </a:r>
            <a:r>
              <a:rPr lang="en-US" dirty="0" err="1">
                <a:solidFill>
                  <a:srgbClr val="0E101A"/>
                </a:solidFill>
                <a:latin typeface="Times New Roman"/>
                <a:ea typeface="Times New Roman"/>
                <a:cs typeface="Times New Roman"/>
                <a:sym typeface="Times New Roman"/>
              </a:rPr>
              <a:t>DataFrame</a:t>
            </a:r>
            <a:r>
              <a:rPr lang="en-US" dirty="0">
                <a:solidFill>
                  <a:srgbClr val="0E101A"/>
                </a:solidFill>
                <a:latin typeface="Times New Roman"/>
                <a:ea typeface="Times New Roman"/>
                <a:cs typeface="Times New Roman"/>
                <a:sym typeface="Times New Roman"/>
              </a:rPr>
              <a:t>, comprising 17 columns, serves as a consolidated foundation for subsequent analyses and model training.</a:t>
            </a:r>
            <a:endParaRPr dirty="0">
              <a:solidFill>
                <a:srgbClr val="0E101A"/>
              </a:solidFill>
              <a:latin typeface="Times New Roman"/>
              <a:ea typeface="Times New Roman"/>
              <a:cs typeface="Times New Roman"/>
              <a:sym typeface="Times New Roman"/>
            </a:endParaRPr>
          </a:p>
          <a:p>
            <a:pPr marL="0" lvl="0" indent="0" algn="just" rtl="0">
              <a:spcBef>
                <a:spcPts val="1000"/>
              </a:spcBef>
              <a:spcAft>
                <a:spcPts val="0"/>
              </a:spcAft>
              <a:buSzPts val="3480"/>
              <a:buNone/>
            </a:pPr>
            <a:endParaRPr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0"/>
          <p:cNvSpPr txBox="1">
            <a:spLocks noGrp="1"/>
          </p:cNvSpPr>
          <p:nvPr>
            <p:ph type="title"/>
          </p:nvPr>
        </p:nvSpPr>
        <p:spPr>
          <a:xfrm>
            <a:off x="1504950" y="3556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200" b="1" i="0">
                <a:latin typeface="Times New Roman"/>
                <a:ea typeface="Times New Roman"/>
                <a:cs typeface="Times New Roman"/>
                <a:sym typeface="Times New Roman"/>
              </a:rPr>
              <a:t>Feature Enhancement </a:t>
            </a:r>
            <a:endParaRPr sz="3200" b="1" i="0">
              <a:latin typeface="Times New Roman"/>
              <a:ea typeface="Times New Roman"/>
              <a:cs typeface="Times New Roman"/>
              <a:sym typeface="Times New Roman"/>
            </a:endParaRPr>
          </a:p>
          <a:p>
            <a:pPr marL="0" lvl="0" indent="0" algn="l" rtl="0">
              <a:lnSpc>
                <a:spcPct val="90000"/>
              </a:lnSpc>
              <a:spcBef>
                <a:spcPts val="0"/>
              </a:spcBef>
              <a:spcAft>
                <a:spcPts val="0"/>
              </a:spcAft>
              <a:buClr>
                <a:schemeClr val="dk1"/>
              </a:buClr>
              <a:buSzPts val="4400"/>
              <a:buFont typeface="Arial"/>
              <a:buNone/>
            </a:pPr>
            <a:r>
              <a:rPr lang="en-US" sz="2800" b="1">
                <a:latin typeface="Times New Roman"/>
                <a:ea typeface="Times New Roman"/>
                <a:cs typeface="Times New Roman"/>
                <a:sym typeface="Times New Roman"/>
              </a:rPr>
              <a:t>Proposed Features</a:t>
            </a:r>
            <a:endParaRPr sz="2800" b="1">
              <a:latin typeface="Times New Roman"/>
              <a:ea typeface="Times New Roman"/>
              <a:cs typeface="Times New Roman"/>
              <a:sym typeface="Times New Roman"/>
            </a:endParaRPr>
          </a:p>
        </p:txBody>
      </p:sp>
      <p:sp>
        <p:nvSpPr>
          <p:cNvPr id="276" name="Google Shape;276;p40"/>
          <p:cNvSpPr txBox="1">
            <a:spLocks noGrp="1"/>
          </p:cNvSpPr>
          <p:nvPr>
            <p:ph type="body" idx="1"/>
          </p:nvPr>
        </p:nvSpPr>
        <p:spPr>
          <a:xfrm>
            <a:off x="1504950" y="1681175"/>
            <a:ext cx="10515600" cy="4917600"/>
          </a:xfrm>
          <a:prstGeom prst="rect">
            <a:avLst/>
          </a:prstGeom>
          <a:noFill/>
          <a:ln>
            <a:noFill/>
          </a:ln>
        </p:spPr>
        <p:txBody>
          <a:bodyPr spcFirstLastPara="1" wrap="square" lIns="91425" tIns="45700" rIns="91425" bIns="45700" anchor="t" anchorCtr="0">
            <a:noAutofit/>
          </a:bodyPr>
          <a:lstStyle/>
          <a:p>
            <a:pPr marL="457200" lvl="0" indent="-406400" algn="l" rtl="0">
              <a:lnSpc>
                <a:spcPct val="115000"/>
              </a:lnSpc>
              <a:spcBef>
                <a:spcPts val="0"/>
              </a:spcBef>
              <a:spcAft>
                <a:spcPts val="0"/>
              </a:spcAft>
              <a:buClr>
                <a:srgbClr val="0E101A"/>
              </a:buClr>
              <a:buSzPts val="2800"/>
              <a:buAutoNum type="arabicPeriod"/>
            </a:pPr>
            <a:r>
              <a:rPr lang="en-US" b="1">
                <a:solidFill>
                  <a:srgbClr val="0E101A"/>
                </a:solidFill>
                <a:latin typeface="Times New Roman"/>
                <a:ea typeface="Times New Roman"/>
                <a:cs typeface="Times New Roman"/>
                <a:sym typeface="Times New Roman"/>
              </a:rPr>
              <a:t>Goals in Last 5 Matches:</a:t>
            </a:r>
            <a:r>
              <a:rPr lang="en-US">
                <a:solidFill>
                  <a:srgbClr val="0E101A"/>
                </a:solidFill>
                <a:latin typeface="Times New Roman"/>
                <a:ea typeface="Times New Roman"/>
                <a:cs typeface="Times New Roman"/>
                <a:sym typeface="Times New Roman"/>
              </a:rPr>
              <a:t> Computes a team's average goals in their last five matches, offering insights into offensive performance.</a:t>
            </a:r>
            <a:endParaRPr>
              <a:solidFill>
                <a:srgbClr val="0E101A"/>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rgbClr val="0E101A"/>
              </a:buClr>
              <a:buSzPts val="2800"/>
              <a:buAutoNum type="arabicPeriod"/>
            </a:pPr>
            <a:r>
              <a:rPr lang="en-US" b="1">
                <a:solidFill>
                  <a:srgbClr val="0E101A"/>
                </a:solidFill>
                <a:latin typeface="Times New Roman"/>
                <a:ea typeface="Times New Roman"/>
                <a:cs typeface="Times New Roman"/>
                <a:sym typeface="Times New Roman"/>
              </a:rPr>
              <a:t>Avg. Points in Last 5 Matches:</a:t>
            </a:r>
            <a:r>
              <a:rPr lang="en-US">
                <a:solidFill>
                  <a:srgbClr val="0E101A"/>
                </a:solidFill>
                <a:latin typeface="Times New Roman"/>
                <a:ea typeface="Times New Roman"/>
                <a:cs typeface="Times New Roman"/>
                <a:sym typeface="Times New Roman"/>
              </a:rPr>
              <a:t> Calculates a team's recent overall performance through the average points in the last five matches.</a:t>
            </a:r>
            <a:endParaRPr>
              <a:solidFill>
                <a:srgbClr val="0E101A"/>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rgbClr val="0E101A"/>
              </a:buClr>
              <a:buSzPts val="2800"/>
              <a:buAutoNum type="arabicPeriod"/>
            </a:pPr>
            <a:r>
              <a:rPr lang="en-US" b="1">
                <a:solidFill>
                  <a:srgbClr val="0E101A"/>
                </a:solidFill>
                <a:latin typeface="Times New Roman"/>
                <a:ea typeface="Times New Roman"/>
                <a:cs typeface="Times New Roman"/>
                <a:sym typeface="Times New Roman"/>
              </a:rPr>
              <a:t>Rank Increase Last 5 Matches:</a:t>
            </a:r>
            <a:r>
              <a:rPr lang="en-US">
                <a:solidFill>
                  <a:srgbClr val="0E101A"/>
                </a:solidFill>
                <a:latin typeface="Times New Roman"/>
                <a:ea typeface="Times New Roman"/>
                <a:cs typeface="Times New Roman"/>
                <a:sym typeface="Times New Roman"/>
              </a:rPr>
              <a:t> Calculates each team's FIFA ranking changes over their last five matches, providing insights into recent competitiveness and ranking dynamics.</a:t>
            </a:r>
            <a:endParaRPr>
              <a:solidFill>
                <a:srgbClr val="0E101A"/>
              </a:solidFill>
              <a:latin typeface="Times New Roman"/>
              <a:ea typeface="Times New Roman"/>
              <a:cs typeface="Times New Roman"/>
              <a:sym typeface="Times New Roman"/>
            </a:endParaRPr>
          </a:p>
          <a:p>
            <a:pPr marL="457200" lvl="0" indent="-406400" algn="l" rtl="0">
              <a:lnSpc>
                <a:spcPct val="115000"/>
              </a:lnSpc>
              <a:spcBef>
                <a:spcPts val="0"/>
              </a:spcBef>
              <a:spcAft>
                <a:spcPts val="0"/>
              </a:spcAft>
              <a:buClr>
                <a:srgbClr val="0E101A"/>
              </a:buClr>
              <a:buSzPts val="2800"/>
              <a:buAutoNum type="arabicPeriod"/>
            </a:pPr>
            <a:r>
              <a:rPr lang="en-US" b="1">
                <a:solidFill>
                  <a:srgbClr val="0E101A"/>
                </a:solidFill>
                <a:latin typeface="Times New Roman"/>
                <a:ea typeface="Times New Roman"/>
                <a:cs typeface="Times New Roman"/>
                <a:sym typeface="Times New Roman"/>
              </a:rPr>
              <a:t>Avg. Points in Last 5 Direct Matches:</a:t>
            </a:r>
            <a:r>
              <a:rPr lang="en-US">
                <a:solidFill>
                  <a:srgbClr val="0E101A"/>
                </a:solidFill>
                <a:latin typeface="Times New Roman"/>
                <a:ea typeface="Times New Roman"/>
                <a:cs typeface="Times New Roman"/>
                <a:sym typeface="Times New Roman"/>
              </a:rPr>
              <a:t> Assesses a team's average points in their last five direct matches with a specific opponent, providing insights into historical performance.</a:t>
            </a:r>
            <a:endParaRPr>
              <a:solidFill>
                <a:srgbClr val="0E101A"/>
              </a:solidFill>
              <a:latin typeface="Times New Roman"/>
              <a:ea typeface="Times New Roman"/>
              <a:cs typeface="Times New Roman"/>
              <a:sym typeface="Times New Roman"/>
            </a:endParaRPr>
          </a:p>
          <a:p>
            <a:pPr marL="228600" lvl="0" indent="0" algn="l" rtl="0">
              <a:lnSpc>
                <a:spcPct val="90000"/>
              </a:lnSpc>
              <a:spcBef>
                <a:spcPts val="1000"/>
              </a:spcBef>
              <a:spcAft>
                <a:spcPts val="0"/>
              </a:spcAft>
              <a:buSzPts val="3480"/>
              <a:buNone/>
            </a:pP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1"/>
          <p:cNvSpPr txBox="1">
            <a:spLocks noGrp="1"/>
          </p:cNvSpPr>
          <p:nvPr>
            <p:ph type="title"/>
          </p:nvPr>
        </p:nvSpPr>
        <p:spPr>
          <a:xfrm>
            <a:off x="1428750" y="35560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Arial"/>
              <a:buNone/>
            </a:pPr>
            <a:r>
              <a:rPr lang="en-US" sz="3200" b="1">
                <a:latin typeface="Times New Roman"/>
                <a:ea typeface="Times New Roman"/>
                <a:cs typeface="Times New Roman"/>
                <a:sym typeface="Times New Roman"/>
              </a:rPr>
              <a:t>Correlation Analysis</a:t>
            </a:r>
            <a:endParaRPr sz="3200"/>
          </a:p>
        </p:txBody>
      </p:sp>
      <p:sp>
        <p:nvSpPr>
          <p:cNvPr id="282" name="Google Shape;282;p41"/>
          <p:cNvSpPr txBox="1">
            <a:spLocks noGrp="1"/>
          </p:cNvSpPr>
          <p:nvPr>
            <p:ph type="body" idx="1"/>
          </p:nvPr>
        </p:nvSpPr>
        <p:spPr>
          <a:xfrm>
            <a:off x="1428750" y="1816100"/>
            <a:ext cx="10515600" cy="4351200"/>
          </a:xfrm>
          <a:prstGeom prst="rect">
            <a:avLst/>
          </a:prstGeom>
          <a:noFill/>
          <a:ln>
            <a:noFill/>
          </a:ln>
        </p:spPr>
        <p:txBody>
          <a:bodyPr spcFirstLastPara="1" wrap="square" lIns="91425" tIns="45700" rIns="91425" bIns="45700" anchor="t" anchorCtr="0">
            <a:normAutofit/>
          </a:bodyPr>
          <a:lstStyle/>
          <a:p>
            <a:pPr marL="0" lvl="0" indent="0" algn="just" rtl="0">
              <a:spcBef>
                <a:spcPts val="1000"/>
              </a:spcBef>
              <a:spcAft>
                <a:spcPts val="0"/>
              </a:spcAft>
              <a:buSzPts val="3480"/>
              <a:buNone/>
            </a:pPr>
            <a:r>
              <a:rPr lang="en-US">
                <a:latin typeface="Times New Roman"/>
                <a:ea typeface="Times New Roman"/>
                <a:cs typeface="Times New Roman"/>
                <a:sym typeface="Times New Roman"/>
              </a:rPr>
              <a:t>Correlation analysis reveals strong positive correlations (e.g., 'total points home' and previous points home) and robust negative correlations (e.g., rank home with total and previous points home). To address multicollinearity, only one feature from each negatively correlated pair is retained. Intriguing correlations warrant further exploration, though relationships with target variables (home score and away score) are relatively weak, indicating limited linear relationships.</a:t>
            </a: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42"/>
          <p:cNvSpPr txBox="1">
            <a:spLocks noGrp="1"/>
          </p:cNvSpPr>
          <p:nvPr>
            <p:ph type="title"/>
          </p:nvPr>
        </p:nvSpPr>
        <p:spPr>
          <a:xfrm>
            <a:off x="142875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Correlation Analysis</a:t>
            </a:r>
            <a:endParaRPr sz="3200"/>
          </a:p>
        </p:txBody>
      </p:sp>
      <p:pic>
        <p:nvPicPr>
          <p:cNvPr id="288" name="Google Shape;288;p42"/>
          <p:cNvPicPr preferRelativeResize="0"/>
          <p:nvPr/>
        </p:nvPicPr>
        <p:blipFill rotWithShape="1">
          <a:blip r:embed="rId3">
            <a:alphaModFix/>
          </a:blip>
          <a:srcRect l="26174" t="25207" r="18487" b="16278"/>
          <a:stretch/>
        </p:blipFill>
        <p:spPr>
          <a:xfrm>
            <a:off x="2629300" y="1391350"/>
            <a:ext cx="8996227" cy="53482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43"/>
          <p:cNvSpPr txBox="1">
            <a:spLocks noGrp="1"/>
          </p:cNvSpPr>
          <p:nvPr>
            <p:ph type="title"/>
          </p:nvPr>
        </p:nvSpPr>
        <p:spPr>
          <a:xfrm>
            <a:off x="1514475" y="3746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200" b="1" i="0">
                <a:latin typeface="Times New Roman"/>
                <a:ea typeface="Times New Roman"/>
                <a:cs typeface="Times New Roman"/>
                <a:sym typeface="Times New Roman"/>
              </a:rPr>
              <a:t>Predictor</a:t>
            </a:r>
            <a:endParaRPr sz="3200">
              <a:latin typeface="Times New Roman"/>
              <a:ea typeface="Times New Roman"/>
              <a:cs typeface="Times New Roman"/>
              <a:sym typeface="Times New Roman"/>
            </a:endParaRPr>
          </a:p>
        </p:txBody>
      </p:sp>
      <p:sp>
        <p:nvSpPr>
          <p:cNvPr id="294" name="Google Shape;294;p43"/>
          <p:cNvSpPr txBox="1">
            <a:spLocks noGrp="1"/>
          </p:cNvSpPr>
          <p:nvPr>
            <p:ph type="body" idx="1"/>
          </p:nvPr>
        </p:nvSpPr>
        <p:spPr>
          <a:xfrm>
            <a:off x="1514475" y="1835150"/>
            <a:ext cx="10515600" cy="4351338"/>
          </a:xfrm>
          <a:prstGeom prst="rect">
            <a:avLst/>
          </a:prstGeom>
          <a:noFill/>
          <a:ln>
            <a:noFill/>
          </a:ln>
        </p:spPr>
        <p:txBody>
          <a:bodyPr spcFirstLastPara="1" wrap="square" lIns="91425" tIns="45700" rIns="91425" bIns="45700" anchor="t" anchorCtr="0">
            <a:normAutofit/>
          </a:bodyPr>
          <a:lstStyle/>
          <a:p>
            <a:pPr marL="457200" lvl="0" indent="-394335" algn="l" rtl="0">
              <a:lnSpc>
                <a:spcPct val="115000"/>
              </a:lnSpc>
              <a:spcBef>
                <a:spcPts val="0"/>
              </a:spcBef>
              <a:spcAft>
                <a:spcPts val="0"/>
              </a:spcAft>
              <a:buClr>
                <a:schemeClr val="dk2"/>
              </a:buClr>
              <a:buSzPts val="2610"/>
              <a:buFont typeface="Times New Roman"/>
              <a:buChar char="•"/>
            </a:pPr>
            <a:r>
              <a:rPr lang="en-US">
                <a:solidFill>
                  <a:schemeClr val="dk2"/>
                </a:solidFill>
                <a:latin typeface="Times New Roman"/>
                <a:ea typeface="Times New Roman"/>
                <a:cs typeface="Times New Roman"/>
                <a:sym typeface="Times New Roman"/>
              </a:rPr>
              <a:t>Data preparation for model training: Handling missing using data SimpleImputer and scaling features.</a:t>
            </a:r>
            <a:endParaRPr>
              <a:solidFill>
                <a:schemeClr val="dk2"/>
              </a:solidFill>
              <a:latin typeface="Times New Roman"/>
              <a:ea typeface="Times New Roman"/>
              <a:cs typeface="Times New Roman"/>
              <a:sym typeface="Times New Roman"/>
            </a:endParaRPr>
          </a:p>
          <a:p>
            <a:pPr marL="457200" lvl="0" indent="-394335" algn="l" rtl="0">
              <a:lnSpc>
                <a:spcPct val="115000"/>
              </a:lnSpc>
              <a:spcBef>
                <a:spcPts val="0"/>
              </a:spcBef>
              <a:spcAft>
                <a:spcPts val="0"/>
              </a:spcAft>
              <a:buClr>
                <a:schemeClr val="dk2"/>
              </a:buClr>
              <a:buSzPts val="2610"/>
              <a:buFont typeface="Times New Roman"/>
              <a:buChar char="•"/>
            </a:pPr>
            <a:r>
              <a:rPr lang="en-US">
                <a:solidFill>
                  <a:schemeClr val="dk2"/>
                </a:solidFill>
                <a:latin typeface="Times New Roman"/>
                <a:ea typeface="Times New Roman"/>
                <a:cs typeface="Times New Roman"/>
                <a:sym typeface="Times New Roman"/>
              </a:rPr>
              <a:t>Model construction, training, hyperparameter tuning and analysis.</a:t>
            </a:r>
            <a:endParaRPr>
              <a:solidFill>
                <a:schemeClr val="dk2"/>
              </a:solidFill>
              <a:latin typeface="Times New Roman"/>
              <a:ea typeface="Times New Roman"/>
              <a:cs typeface="Times New Roman"/>
              <a:sym typeface="Times New Roman"/>
            </a:endParaRPr>
          </a:p>
          <a:p>
            <a:pPr marL="914400" lvl="1" indent="-394335" algn="l" rtl="0">
              <a:lnSpc>
                <a:spcPct val="115000"/>
              </a:lnSpc>
              <a:spcBef>
                <a:spcPts val="0"/>
              </a:spcBef>
              <a:spcAft>
                <a:spcPts val="0"/>
              </a:spcAft>
              <a:buClr>
                <a:schemeClr val="dk2"/>
              </a:buClr>
              <a:buSzPts val="2610"/>
              <a:buFont typeface="Times New Roman"/>
              <a:buChar char="•"/>
            </a:pPr>
            <a:r>
              <a:rPr lang="en-US">
                <a:solidFill>
                  <a:schemeClr val="dk2"/>
                </a:solidFill>
                <a:latin typeface="Times New Roman"/>
                <a:ea typeface="Times New Roman"/>
                <a:cs typeface="Times New Roman"/>
                <a:sym typeface="Times New Roman"/>
              </a:rPr>
              <a:t>Logistic Regression</a:t>
            </a:r>
            <a:endParaRPr>
              <a:solidFill>
                <a:schemeClr val="dk2"/>
              </a:solidFill>
              <a:latin typeface="Times New Roman"/>
              <a:ea typeface="Times New Roman"/>
              <a:cs typeface="Times New Roman"/>
              <a:sym typeface="Times New Roman"/>
            </a:endParaRPr>
          </a:p>
          <a:p>
            <a:pPr marL="914400" lvl="1" indent="-394335" algn="l" rtl="0">
              <a:lnSpc>
                <a:spcPct val="115000"/>
              </a:lnSpc>
              <a:spcBef>
                <a:spcPts val="0"/>
              </a:spcBef>
              <a:spcAft>
                <a:spcPts val="0"/>
              </a:spcAft>
              <a:buClr>
                <a:schemeClr val="dk2"/>
              </a:buClr>
              <a:buSzPts val="2610"/>
              <a:buFont typeface="Times New Roman"/>
              <a:buChar char="•"/>
            </a:pPr>
            <a:r>
              <a:rPr lang="en-US">
                <a:solidFill>
                  <a:schemeClr val="dk2"/>
                </a:solidFill>
                <a:latin typeface="Times New Roman"/>
                <a:ea typeface="Times New Roman"/>
                <a:cs typeface="Times New Roman"/>
                <a:sym typeface="Times New Roman"/>
              </a:rPr>
              <a:t>Random Forest Classifier</a:t>
            </a:r>
            <a:endParaRPr>
              <a:solidFill>
                <a:schemeClr val="dk2"/>
              </a:solidFill>
              <a:latin typeface="Times New Roman"/>
              <a:ea typeface="Times New Roman"/>
              <a:cs typeface="Times New Roman"/>
              <a:sym typeface="Times New Roman"/>
            </a:endParaRPr>
          </a:p>
          <a:p>
            <a:pPr marL="914400" lvl="1" indent="-394335" algn="l" rtl="0">
              <a:lnSpc>
                <a:spcPct val="115000"/>
              </a:lnSpc>
              <a:spcBef>
                <a:spcPts val="0"/>
              </a:spcBef>
              <a:spcAft>
                <a:spcPts val="0"/>
              </a:spcAft>
              <a:buClr>
                <a:schemeClr val="dk2"/>
              </a:buClr>
              <a:buSzPts val="2610"/>
              <a:buFont typeface="Times New Roman"/>
              <a:buChar char="•"/>
            </a:pPr>
            <a:r>
              <a:rPr lang="en-US">
                <a:solidFill>
                  <a:schemeClr val="dk2"/>
                </a:solidFill>
                <a:latin typeface="Times New Roman"/>
                <a:ea typeface="Times New Roman"/>
                <a:cs typeface="Times New Roman"/>
                <a:sym typeface="Times New Roman"/>
              </a:rPr>
              <a:t>Neural Network (MLP)</a:t>
            </a:r>
            <a:endParaRPr>
              <a:solidFill>
                <a:schemeClr val="dk2"/>
              </a:solidFill>
              <a:latin typeface="Times New Roman"/>
              <a:ea typeface="Times New Roman"/>
              <a:cs typeface="Times New Roman"/>
              <a:sym typeface="Times New Roman"/>
            </a:endParaRPr>
          </a:p>
          <a:p>
            <a:pPr marL="457200" lvl="0" indent="-394335" algn="l" rtl="0">
              <a:lnSpc>
                <a:spcPct val="115000"/>
              </a:lnSpc>
              <a:spcBef>
                <a:spcPts val="0"/>
              </a:spcBef>
              <a:spcAft>
                <a:spcPts val="0"/>
              </a:spcAft>
              <a:buClr>
                <a:schemeClr val="dk2"/>
              </a:buClr>
              <a:buSzPts val="2610"/>
              <a:buFont typeface="Times New Roman"/>
              <a:buChar char="•"/>
            </a:pPr>
            <a:r>
              <a:rPr lang="en-US">
                <a:solidFill>
                  <a:schemeClr val="dk2"/>
                </a:solidFill>
                <a:latin typeface="Times New Roman"/>
                <a:ea typeface="Times New Roman"/>
                <a:cs typeface="Times New Roman"/>
                <a:sym typeface="Times New Roman"/>
              </a:rPr>
              <a:t>Championship</a:t>
            </a:r>
            <a:endParaRPr/>
          </a:p>
          <a:p>
            <a:pPr marL="228600" lvl="0" indent="0" algn="l" rtl="0">
              <a:lnSpc>
                <a:spcPct val="90000"/>
              </a:lnSpc>
              <a:spcBef>
                <a:spcPts val="1000"/>
              </a:spcBef>
              <a:spcAft>
                <a:spcPts val="0"/>
              </a:spcAft>
              <a:buSzPts val="3480"/>
              <a:buNone/>
            </a:pPr>
            <a:endParaRPr>
              <a:solidFill>
                <a:schemeClr val="dk2"/>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1495425" y="35560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dirty="0">
                <a:latin typeface="Times New Roman"/>
                <a:ea typeface="Times New Roman"/>
                <a:cs typeface="Times New Roman"/>
                <a:sym typeface="Times New Roman"/>
              </a:rPr>
              <a:t>Model Building</a:t>
            </a:r>
            <a:endParaRPr sz="3200" b="1" dirty="0">
              <a:latin typeface="Times New Roman"/>
              <a:ea typeface="Times New Roman"/>
              <a:cs typeface="Times New Roman"/>
              <a:sym typeface="Times New Roman"/>
            </a:endParaRPr>
          </a:p>
        </p:txBody>
      </p:sp>
      <p:sp>
        <p:nvSpPr>
          <p:cNvPr id="300" name="Google Shape;300;p44"/>
          <p:cNvSpPr txBox="1">
            <a:spLocks noGrp="1"/>
          </p:cNvSpPr>
          <p:nvPr>
            <p:ph type="body" idx="1"/>
          </p:nvPr>
        </p:nvSpPr>
        <p:spPr>
          <a:xfrm>
            <a:off x="1495425" y="1681300"/>
            <a:ext cx="10515600" cy="4351200"/>
          </a:xfrm>
          <a:prstGeom prst="rect">
            <a:avLst/>
          </a:prstGeom>
          <a:noFill/>
          <a:ln>
            <a:noFill/>
          </a:ln>
        </p:spPr>
        <p:txBody>
          <a:bodyPr spcFirstLastPara="1" wrap="square" lIns="91425" tIns="45700" rIns="91425" bIns="45700" anchor="t" anchorCtr="0">
            <a:normAutofit/>
          </a:bodyPr>
          <a:lstStyle/>
          <a:p>
            <a:pPr marL="457200" lvl="0" indent="-394335" algn="just" rtl="0">
              <a:spcBef>
                <a:spcPts val="1000"/>
              </a:spcBef>
              <a:spcAft>
                <a:spcPts val="0"/>
              </a:spcAft>
              <a:buSzPts val="2610"/>
              <a:buFont typeface="Times New Roman"/>
              <a:buChar char="•"/>
            </a:pPr>
            <a:r>
              <a:rPr lang="en-US">
                <a:latin typeface="Times New Roman"/>
                <a:ea typeface="Times New Roman"/>
                <a:cs typeface="Times New Roman"/>
                <a:sym typeface="Times New Roman"/>
              </a:rPr>
              <a:t>Import the refined data from the rera file</a:t>
            </a:r>
            <a:endParaRPr>
              <a:latin typeface="Times New Roman"/>
              <a:ea typeface="Times New Roman"/>
              <a:cs typeface="Times New Roman"/>
              <a:sym typeface="Times New Roman"/>
            </a:endParaRPr>
          </a:p>
          <a:p>
            <a:pPr marL="457200" lvl="0" indent="-394335" algn="just" rtl="0">
              <a:spcBef>
                <a:spcPts val="0"/>
              </a:spcBef>
              <a:spcAft>
                <a:spcPts val="0"/>
              </a:spcAft>
              <a:buSzPts val="2610"/>
              <a:buFont typeface="Times New Roman"/>
              <a:buChar char="•"/>
            </a:pPr>
            <a:r>
              <a:rPr lang="en-US">
                <a:latin typeface="Times New Roman"/>
                <a:ea typeface="Times New Roman"/>
                <a:cs typeface="Times New Roman"/>
                <a:sym typeface="Times New Roman"/>
              </a:rPr>
              <a:t>Strategically eliminate irrelevant columns like 'Unnamed: 0,' 'date,' 'home_team,' and 'away_team'</a:t>
            </a:r>
            <a:endParaRPr>
              <a:latin typeface="Times New Roman"/>
              <a:ea typeface="Times New Roman"/>
              <a:cs typeface="Times New Roman"/>
              <a:sym typeface="Times New Roman"/>
            </a:endParaRPr>
          </a:p>
          <a:p>
            <a:pPr marL="457200" lvl="0" indent="-394335" algn="just" rtl="0">
              <a:spcBef>
                <a:spcPts val="0"/>
              </a:spcBef>
              <a:spcAft>
                <a:spcPts val="0"/>
              </a:spcAft>
              <a:buSzPts val="2610"/>
              <a:buFont typeface="Times New Roman"/>
              <a:buChar char="•"/>
            </a:pPr>
            <a:r>
              <a:rPr lang="en-US">
                <a:latin typeface="Times New Roman"/>
                <a:ea typeface="Times New Roman"/>
                <a:cs typeface="Times New Roman"/>
                <a:sym typeface="Times New Roman"/>
              </a:rPr>
              <a:t>Tailor the dataset to meet specific analysis requirements for improved operational efficiency</a:t>
            </a:r>
            <a:endParaRPr>
              <a:latin typeface="Times New Roman"/>
              <a:ea typeface="Times New Roman"/>
              <a:cs typeface="Times New Roman"/>
              <a:sym typeface="Times New Roman"/>
            </a:endParaRPr>
          </a:p>
          <a:p>
            <a:pPr marL="457200" lvl="0" indent="-394335" algn="just" rtl="0">
              <a:spcBef>
                <a:spcPts val="0"/>
              </a:spcBef>
              <a:spcAft>
                <a:spcPts val="0"/>
              </a:spcAft>
              <a:buSzPts val="2610"/>
              <a:buFont typeface="Times New Roman"/>
              <a:buChar char="•"/>
            </a:pPr>
            <a:r>
              <a:rPr lang="en-US">
                <a:latin typeface="Times New Roman"/>
                <a:ea typeface="Times New Roman"/>
                <a:cs typeface="Times New Roman"/>
                <a:sym typeface="Times New Roman"/>
              </a:rPr>
              <a:t>Use scikit-learn's SimpleImputer to systematically fill missing values in numerical columns with their means during model training.</a:t>
            </a:r>
            <a:endParaRPr>
              <a:latin typeface="Times New Roman"/>
              <a:ea typeface="Times New Roman"/>
              <a:cs typeface="Times New Roman"/>
              <a:sym typeface="Times New Roman"/>
            </a:endParaRPr>
          </a:p>
          <a:p>
            <a:pPr marL="457200" lvl="0" indent="-394335" algn="just" rtl="0">
              <a:spcBef>
                <a:spcPts val="0"/>
              </a:spcBef>
              <a:spcAft>
                <a:spcPts val="0"/>
              </a:spcAft>
              <a:buSzPts val="2610"/>
              <a:buFont typeface="Times New Roman"/>
              <a:buChar char="•"/>
            </a:pPr>
            <a:r>
              <a:rPr lang="en-US">
                <a:latin typeface="Times New Roman"/>
                <a:ea typeface="Times New Roman"/>
                <a:cs typeface="Times New Roman"/>
                <a:sym typeface="Times New Roman"/>
              </a:rPr>
              <a:t>This technique imputes missing values to maintain overall dataset consistency, ensuring accurate model training and evaluation</a:t>
            </a:r>
            <a:endParaRPr>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45"/>
          <p:cNvSpPr txBox="1">
            <a:spLocks noGrp="1"/>
          </p:cNvSpPr>
          <p:nvPr>
            <p:ph type="title"/>
          </p:nvPr>
        </p:nvSpPr>
        <p:spPr>
          <a:xfrm>
            <a:off x="1485900" y="37465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Model Building - Logistic Regression</a:t>
            </a:r>
            <a:endParaRPr sz="3200" b="1">
              <a:latin typeface="Times New Roman"/>
              <a:ea typeface="Times New Roman"/>
              <a:cs typeface="Times New Roman"/>
              <a:sym typeface="Times New Roman"/>
            </a:endParaRPr>
          </a:p>
        </p:txBody>
      </p:sp>
      <p:sp>
        <p:nvSpPr>
          <p:cNvPr id="306" name="Google Shape;306;p45"/>
          <p:cNvSpPr txBox="1">
            <a:spLocks noGrp="1"/>
          </p:cNvSpPr>
          <p:nvPr>
            <p:ph type="body" idx="1"/>
          </p:nvPr>
        </p:nvSpPr>
        <p:spPr>
          <a:xfrm>
            <a:off x="1485900" y="1700350"/>
            <a:ext cx="10515600" cy="4351200"/>
          </a:xfrm>
          <a:prstGeom prst="rect">
            <a:avLst/>
          </a:prstGeom>
          <a:noFill/>
          <a:ln>
            <a:noFill/>
          </a:ln>
        </p:spPr>
        <p:txBody>
          <a:bodyPr spcFirstLastPara="1" wrap="square" lIns="91425" tIns="45700" rIns="91425" bIns="45700" anchor="t" anchorCtr="0">
            <a:noAutofit/>
          </a:bodyPr>
          <a:lstStyle/>
          <a:p>
            <a:pPr marL="457200" lvl="0" indent="-381000" algn="just" rtl="0">
              <a:spcBef>
                <a:spcPts val="1000"/>
              </a:spcBef>
              <a:spcAft>
                <a:spcPts val="0"/>
              </a:spcAft>
              <a:buSzPts val="2400"/>
              <a:buFont typeface="Times New Roman"/>
              <a:buChar char="•"/>
            </a:pPr>
            <a:r>
              <a:rPr lang="en-US" dirty="0">
                <a:latin typeface="Times New Roman"/>
                <a:ea typeface="Times New Roman"/>
                <a:cs typeface="Times New Roman"/>
                <a:sym typeface="Times New Roman"/>
              </a:rPr>
              <a:t>Used the preprocessed data of </a:t>
            </a:r>
            <a:r>
              <a:rPr lang="en-US" dirty="0" err="1">
                <a:latin typeface="Times New Roman"/>
                <a:ea typeface="Times New Roman"/>
                <a:cs typeface="Times New Roman"/>
                <a:sym typeface="Times New Roman"/>
              </a:rPr>
              <a:t>rera</a:t>
            </a:r>
            <a:r>
              <a:rPr lang="en-US" dirty="0">
                <a:latin typeface="Times New Roman"/>
                <a:ea typeface="Times New Roman"/>
                <a:cs typeface="Times New Roman"/>
                <a:sym typeface="Times New Roman"/>
              </a:rPr>
              <a:t> file for model training and testing.</a:t>
            </a:r>
            <a:endParaRPr dirty="0">
              <a:latin typeface="Times New Roman"/>
              <a:ea typeface="Times New Roman"/>
              <a:cs typeface="Times New Roman"/>
              <a:sym typeface="Times New Roman"/>
            </a:endParaRPr>
          </a:p>
          <a:p>
            <a:pPr marL="457200" lvl="0" indent="-381000" algn="just" rtl="0">
              <a:spcBef>
                <a:spcPts val="0"/>
              </a:spcBef>
              <a:spcAft>
                <a:spcPts val="0"/>
              </a:spcAft>
              <a:buSzPts val="2400"/>
              <a:buFont typeface="Times New Roman"/>
              <a:buChar char="•"/>
            </a:pPr>
            <a:r>
              <a:rPr lang="en-US" dirty="0">
                <a:latin typeface="Times New Roman"/>
                <a:ea typeface="Times New Roman"/>
                <a:cs typeface="Times New Roman"/>
                <a:sym typeface="Times New Roman"/>
              </a:rPr>
              <a:t>Chose logistic regression for its effectiveness in classification</a:t>
            </a:r>
            <a:endParaRPr dirty="0">
              <a:latin typeface="Times New Roman"/>
              <a:ea typeface="Times New Roman"/>
              <a:cs typeface="Times New Roman"/>
              <a:sym typeface="Times New Roman"/>
            </a:endParaRPr>
          </a:p>
          <a:p>
            <a:pPr marL="457200" lvl="0" indent="-381000" algn="just" rtl="0">
              <a:spcBef>
                <a:spcPts val="0"/>
              </a:spcBef>
              <a:spcAft>
                <a:spcPts val="0"/>
              </a:spcAft>
              <a:buSzPts val="2400"/>
              <a:buFont typeface="Times New Roman"/>
              <a:buChar char="•"/>
            </a:pPr>
            <a:r>
              <a:rPr lang="en-US" dirty="0">
                <a:latin typeface="Times New Roman"/>
                <a:ea typeface="Times New Roman"/>
                <a:cs typeface="Times New Roman"/>
                <a:sym typeface="Times New Roman"/>
              </a:rPr>
              <a:t>Implemented logistic regression using scikit-</a:t>
            </a:r>
            <a:r>
              <a:rPr lang="en-US" dirty="0" err="1">
                <a:latin typeface="Times New Roman"/>
                <a:ea typeface="Times New Roman"/>
                <a:cs typeface="Times New Roman"/>
                <a:sym typeface="Times New Roman"/>
              </a:rPr>
              <a:t>learn's</a:t>
            </a:r>
            <a:r>
              <a:rPr lang="en-US" dirty="0">
                <a:latin typeface="Times New Roman"/>
                <a:ea typeface="Times New Roman"/>
                <a:cs typeface="Times New Roman"/>
                <a:sym typeface="Times New Roman"/>
              </a:rPr>
              <a:t> Logistic Regression class</a:t>
            </a:r>
            <a:endParaRPr dirty="0">
              <a:latin typeface="Times New Roman"/>
              <a:ea typeface="Times New Roman"/>
              <a:cs typeface="Times New Roman"/>
              <a:sym typeface="Times New Roman"/>
            </a:endParaRPr>
          </a:p>
          <a:p>
            <a:pPr marL="457200" lvl="1" indent="-381000" algn="l" rtl="0">
              <a:spcBef>
                <a:spcPts val="0"/>
              </a:spcBef>
              <a:spcAft>
                <a:spcPts val="0"/>
              </a:spcAft>
              <a:buSzPts val="2400"/>
              <a:buFont typeface="Times New Roman"/>
              <a:buChar char="•"/>
            </a:pPr>
            <a:r>
              <a:rPr lang="en-US" sz="2400" dirty="0">
                <a:latin typeface="Times New Roman"/>
                <a:ea typeface="Times New Roman"/>
                <a:cs typeface="Times New Roman"/>
                <a:sym typeface="Times New Roman"/>
              </a:rPr>
              <a:t>Specified </a:t>
            </a:r>
            <a:r>
              <a:rPr lang="en-US" sz="2400" dirty="0" err="1">
                <a:latin typeface="Times New Roman"/>
                <a:ea typeface="Times New Roman"/>
                <a:cs typeface="Times New Roman"/>
                <a:sym typeface="Times New Roman"/>
              </a:rPr>
              <a:t>parameters:multi_class</a:t>
            </a:r>
            <a:r>
              <a:rPr lang="en-US" sz="2400" dirty="0">
                <a:latin typeface="Times New Roman"/>
                <a:ea typeface="Times New Roman"/>
                <a:cs typeface="Times New Roman"/>
                <a:sym typeface="Times New Roman"/>
              </a:rPr>
              <a:t>='multinomial', solver='</a:t>
            </a:r>
            <a:r>
              <a:rPr lang="en-US" sz="2400" dirty="0" err="1">
                <a:latin typeface="Times New Roman"/>
                <a:ea typeface="Times New Roman"/>
                <a:cs typeface="Times New Roman"/>
                <a:sym typeface="Times New Roman"/>
              </a:rPr>
              <a:t>lbfgs</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random_state</a:t>
            </a:r>
            <a:r>
              <a:rPr lang="en-US" sz="2400" dirty="0">
                <a:latin typeface="Times New Roman"/>
                <a:ea typeface="Times New Roman"/>
                <a:cs typeface="Times New Roman"/>
                <a:sym typeface="Times New Roman"/>
              </a:rPr>
              <a:t>=42</a:t>
            </a:r>
            <a:endParaRPr sz="2400" dirty="0">
              <a:latin typeface="Times New Roman"/>
              <a:ea typeface="Times New Roman"/>
              <a:cs typeface="Times New Roman"/>
              <a:sym typeface="Times New Roman"/>
            </a:endParaRPr>
          </a:p>
          <a:p>
            <a:pPr marL="457200" lvl="0" indent="-381000" algn="just" rtl="0">
              <a:spcBef>
                <a:spcPts val="0"/>
              </a:spcBef>
              <a:spcAft>
                <a:spcPts val="0"/>
              </a:spcAft>
              <a:buSzPts val="2400"/>
              <a:buFont typeface="Times New Roman"/>
              <a:buChar char="•"/>
            </a:pPr>
            <a:r>
              <a:rPr lang="en-US" dirty="0">
                <a:latin typeface="Times New Roman"/>
                <a:ea typeface="Times New Roman"/>
                <a:cs typeface="Times New Roman"/>
                <a:sym typeface="Times New Roman"/>
              </a:rPr>
              <a:t>used </a:t>
            </a:r>
            <a:r>
              <a:rPr lang="en-US" dirty="0" err="1">
                <a:latin typeface="Times New Roman"/>
                <a:ea typeface="Times New Roman"/>
                <a:cs typeface="Times New Roman"/>
                <a:sym typeface="Times New Roman"/>
              </a:rPr>
              <a:t>SimpleImputer</a:t>
            </a:r>
            <a:r>
              <a:rPr lang="en-US" dirty="0">
                <a:latin typeface="Times New Roman"/>
                <a:ea typeface="Times New Roman"/>
                <a:cs typeface="Times New Roman"/>
                <a:sym typeface="Times New Roman"/>
              </a:rPr>
              <a:t> to handle missing values</a:t>
            </a:r>
            <a:endParaRPr dirty="0">
              <a:latin typeface="Times New Roman"/>
              <a:ea typeface="Times New Roman"/>
              <a:cs typeface="Times New Roman"/>
              <a:sym typeface="Times New Roman"/>
            </a:endParaRPr>
          </a:p>
          <a:p>
            <a:pPr marL="457200" lvl="0" indent="-381000" algn="just" rtl="0">
              <a:spcBef>
                <a:spcPts val="0"/>
              </a:spcBef>
              <a:spcAft>
                <a:spcPts val="0"/>
              </a:spcAft>
              <a:buSzPts val="2400"/>
              <a:buFont typeface="Times New Roman"/>
              <a:buChar char="•"/>
            </a:pPr>
            <a:r>
              <a:rPr lang="en-US" dirty="0">
                <a:latin typeface="Times New Roman"/>
                <a:ea typeface="Times New Roman"/>
                <a:cs typeface="Times New Roman"/>
                <a:sym typeface="Times New Roman"/>
              </a:rPr>
              <a:t>Utilized </a:t>
            </a:r>
            <a:r>
              <a:rPr lang="en-US" dirty="0" err="1">
                <a:latin typeface="Times New Roman"/>
                <a:ea typeface="Times New Roman"/>
                <a:cs typeface="Times New Roman"/>
                <a:sym typeface="Times New Roman"/>
              </a:rPr>
              <a:t>StandardScaler</a:t>
            </a:r>
            <a:r>
              <a:rPr lang="en-US" dirty="0">
                <a:latin typeface="Times New Roman"/>
                <a:ea typeface="Times New Roman"/>
                <a:cs typeface="Times New Roman"/>
                <a:sym typeface="Times New Roman"/>
              </a:rPr>
              <a:t> to standardize features</a:t>
            </a:r>
          </a:p>
          <a:p>
            <a:pPr marL="457200" lvl="0" indent="-381000" algn="just" rtl="0">
              <a:spcBef>
                <a:spcPts val="0"/>
              </a:spcBef>
              <a:spcAft>
                <a:spcPts val="0"/>
              </a:spcAft>
              <a:buSzPts val="2400"/>
              <a:buFont typeface="Times New Roman"/>
              <a:buChar char="•"/>
            </a:pPr>
            <a:r>
              <a:rPr lang="en-US" b="0" i="0" u="none" strike="noStrike" dirty="0">
                <a:solidFill>
                  <a:srgbClr val="000000"/>
                </a:solidFill>
                <a:effectLst/>
                <a:latin typeface="Times New Roman" panose="02020603050405020304" pitchFamily="18" charset="0"/>
              </a:rPr>
              <a:t>Logistic regression gives 85%  accuracy</a:t>
            </a:r>
            <a:endParaRPr lang="en-US" b="0" i="0" u="none" strike="noStrike" dirty="0">
              <a:solidFill>
                <a:srgbClr val="1186C3"/>
              </a:solidFill>
              <a:effectLst/>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rPr>
              <a:t>Evaluated model accuracy using </a:t>
            </a:r>
            <a:r>
              <a:rPr lang="en-US" b="0" i="0" u="none" strike="noStrike" dirty="0" err="1">
                <a:solidFill>
                  <a:srgbClr val="000000"/>
                </a:solidFill>
                <a:effectLst/>
                <a:latin typeface="Times New Roman" panose="02020603050405020304" pitchFamily="18" charset="0"/>
              </a:rPr>
              <a:t>accuracy_score</a:t>
            </a:r>
            <a:r>
              <a:rPr lang="en-US" b="0" i="0" u="none" strike="noStrike" dirty="0">
                <a:solidFill>
                  <a:srgbClr val="000000"/>
                </a:solidFill>
                <a:effectLst/>
                <a:latin typeface="Times New Roman" panose="02020603050405020304" pitchFamily="18" charset="0"/>
              </a:rPr>
              <a:t> function from scikit-learn</a:t>
            </a:r>
            <a:endParaRPr lang="en-US" dirty="0">
              <a:solidFill>
                <a:srgbClr val="1186C3"/>
              </a:solidFill>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rPr>
              <a:t>By Comparing predicted values against actual target values in the test set</a:t>
            </a:r>
            <a:endParaRPr lang="en-US" b="0" i="0" u="none" strike="noStrike" dirty="0">
              <a:solidFill>
                <a:srgbClr val="1186C3"/>
              </a:solidFill>
              <a:effectLst/>
              <a:latin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0"/>
        <p:cNvGrpSpPr/>
        <p:nvPr/>
      </p:nvGrpSpPr>
      <p:grpSpPr>
        <a:xfrm>
          <a:off x="0" y="0"/>
          <a:ext cx="0" cy="0"/>
          <a:chOff x="0" y="0"/>
          <a:chExt cx="0" cy="0"/>
        </a:xfrm>
      </p:grpSpPr>
      <p:sp>
        <p:nvSpPr>
          <p:cNvPr id="311" name="Google Shape;311;p46"/>
          <p:cNvSpPr txBox="1">
            <a:spLocks noGrp="1"/>
          </p:cNvSpPr>
          <p:nvPr>
            <p:ph type="title"/>
          </p:nvPr>
        </p:nvSpPr>
        <p:spPr>
          <a:xfrm>
            <a:off x="1428750" y="37465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000" b="1" i="0" u="none" strike="noStrike" dirty="0">
                <a:solidFill>
                  <a:srgbClr val="000000"/>
                </a:solidFill>
                <a:effectLst/>
                <a:latin typeface="Times New Roman" panose="02020603050405020304" pitchFamily="18" charset="0"/>
              </a:rPr>
              <a:t>Machine Learning Pipeline, </a:t>
            </a:r>
            <a:r>
              <a:rPr lang="en-US" sz="3000" b="1" i="0" u="none" strike="noStrike" dirty="0" err="1">
                <a:solidFill>
                  <a:srgbClr val="000000"/>
                </a:solidFill>
                <a:effectLst/>
                <a:latin typeface="Times New Roman" panose="02020603050405020304" pitchFamily="18" charset="0"/>
              </a:rPr>
              <a:t>GridSearchCV</a:t>
            </a:r>
            <a:r>
              <a:rPr lang="en-US" sz="3000" b="1" i="0" u="none" strike="noStrike" dirty="0">
                <a:solidFill>
                  <a:srgbClr val="000000"/>
                </a:solidFill>
                <a:effectLst/>
                <a:latin typeface="Times New Roman" panose="02020603050405020304" pitchFamily="18" charset="0"/>
              </a:rPr>
              <a:t> and Serialization</a:t>
            </a:r>
            <a:endParaRPr sz="3000" b="1" dirty="0">
              <a:latin typeface="Times New Roman"/>
              <a:ea typeface="Times New Roman"/>
              <a:cs typeface="Times New Roman"/>
              <a:sym typeface="Times New Roman"/>
            </a:endParaRPr>
          </a:p>
        </p:txBody>
      </p:sp>
      <p:sp>
        <p:nvSpPr>
          <p:cNvPr id="312" name="Google Shape;312;p46"/>
          <p:cNvSpPr txBox="1">
            <a:spLocks noGrp="1"/>
          </p:cNvSpPr>
          <p:nvPr>
            <p:ph type="body" idx="1"/>
          </p:nvPr>
        </p:nvSpPr>
        <p:spPr>
          <a:xfrm>
            <a:off x="1302750" y="1481150"/>
            <a:ext cx="10641600" cy="4631700"/>
          </a:xfrm>
          <a:prstGeom prst="rect">
            <a:avLst/>
          </a:prstGeom>
          <a:noFill/>
          <a:ln>
            <a:noFill/>
          </a:ln>
        </p:spPr>
        <p:txBody>
          <a:bodyPr spcFirstLastPara="1" wrap="square" lIns="91425" tIns="45700" rIns="91425" bIns="45700" anchor="t" anchorCtr="0">
            <a:noAutofit/>
          </a:bodyPr>
          <a:lstStyle/>
          <a:p>
            <a:pPr algn="just" rtl="0" fontAlgn="base">
              <a:spcBef>
                <a:spcPts val="100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rPr>
              <a:t>Implemented Pipelines for seamless data preprocessing, model training, and evaluation</a:t>
            </a:r>
            <a:endParaRPr lang="en-US" b="0" i="0" u="none" strike="noStrike" dirty="0">
              <a:solidFill>
                <a:srgbClr val="1186C3"/>
              </a:solidFill>
              <a:effectLst/>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rPr>
              <a:t>Pipelines accommodate both classification and regression tasks, showcasing versatility</a:t>
            </a:r>
            <a:endParaRPr lang="en-US" b="0" i="0" u="none" strike="noStrike" dirty="0">
              <a:solidFill>
                <a:srgbClr val="1186C3"/>
              </a:solidFill>
              <a:effectLst/>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rPr>
              <a:t>Used </a:t>
            </a:r>
            <a:r>
              <a:rPr lang="en-US" b="0" i="0" u="none" strike="noStrike" dirty="0" err="1">
                <a:solidFill>
                  <a:srgbClr val="000000"/>
                </a:solidFill>
                <a:effectLst/>
                <a:latin typeface="Times New Roman" panose="02020603050405020304" pitchFamily="18" charset="0"/>
              </a:rPr>
              <a:t>GridSearchCV</a:t>
            </a:r>
            <a:r>
              <a:rPr lang="en-US" b="0" i="0" u="none" strike="noStrike" dirty="0">
                <a:solidFill>
                  <a:srgbClr val="000000"/>
                </a:solidFill>
                <a:effectLst/>
                <a:latin typeface="Times New Roman" panose="02020603050405020304" pitchFamily="18" charset="0"/>
              </a:rPr>
              <a:t> to optimize model configurations by systematically exploring hyperparameter combinations.</a:t>
            </a:r>
            <a:endParaRPr lang="en-US" b="0" i="0" u="none" strike="noStrike" dirty="0">
              <a:solidFill>
                <a:srgbClr val="1186C3"/>
              </a:solidFill>
              <a:effectLst/>
              <a:latin typeface="Times New Roman" panose="02020603050405020304" pitchFamily="18" charset="0"/>
            </a:endParaRPr>
          </a:p>
          <a:p>
            <a:pPr algn="just" rtl="0" fontAlgn="base">
              <a:spcBef>
                <a:spcPts val="0"/>
              </a:spcBef>
              <a:spcAft>
                <a:spcPts val="0"/>
              </a:spcAft>
              <a:buFont typeface="Arial" panose="020B0604020202020204" pitchFamily="34" charset="0"/>
              <a:buChar char="•"/>
            </a:pPr>
            <a:r>
              <a:rPr lang="en-US" b="0" i="0" u="none" strike="noStrike" dirty="0">
                <a:solidFill>
                  <a:srgbClr val="000000"/>
                </a:solidFill>
                <a:effectLst/>
                <a:latin typeface="Times New Roman" panose="02020603050405020304" pitchFamily="18" charset="0"/>
              </a:rPr>
              <a:t>To improve the scalability and reproducibility of machine learning projects, models are serialized using </a:t>
            </a:r>
            <a:r>
              <a:rPr lang="en-US" b="0" i="0" u="none" strike="noStrike" dirty="0" err="1">
                <a:solidFill>
                  <a:srgbClr val="000000"/>
                </a:solidFill>
                <a:effectLst/>
                <a:latin typeface="Times New Roman" panose="02020603050405020304" pitchFamily="18" charset="0"/>
              </a:rPr>
              <a:t>joblib</a:t>
            </a:r>
            <a:r>
              <a:rPr lang="en-US" b="0" i="0" u="none" strike="noStrike" dirty="0">
                <a:solidFill>
                  <a:srgbClr val="000000"/>
                </a:solidFill>
                <a:effectLst/>
                <a:latin typeface="Times New Roman" panose="02020603050405020304" pitchFamily="18" charset="0"/>
              </a:rPr>
              <a:t>, facilitating efficient storage and retrieval.</a:t>
            </a:r>
            <a:endParaRPr lang="en-US" b="0" i="0" u="none" strike="noStrike" dirty="0">
              <a:solidFill>
                <a:srgbClr val="1186C3"/>
              </a:solidFill>
              <a:effectLst/>
              <a:latin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44"/>
          <p:cNvSpPr txBox="1">
            <a:spLocks noGrp="1"/>
          </p:cNvSpPr>
          <p:nvPr>
            <p:ph type="title"/>
          </p:nvPr>
        </p:nvSpPr>
        <p:spPr>
          <a:xfrm>
            <a:off x="1495425" y="35560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dirty="0">
                <a:latin typeface="Times New Roman"/>
                <a:ea typeface="Times New Roman"/>
                <a:cs typeface="Times New Roman"/>
                <a:sym typeface="Times New Roman"/>
              </a:rPr>
              <a:t>Machine Learning Pipeline and </a:t>
            </a:r>
            <a:r>
              <a:rPr lang="en-US" sz="3200" b="1" dirty="0" err="1">
                <a:latin typeface="Times New Roman"/>
                <a:ea typeface="Times New Roman"/>
                <a:cs typeface="Times New Roman"/>
                <a:sym typeface="Times New Roman"/>
              </a:rPr>
              <a:t>GridSearchCV</a:t>
            </a:r>
            <a:endParaRPr sz="3200" b="1" dirty="0">
              <a:latin typeface="Times New Roman"/>
              <a:ea typeface="Times New Roman"/>
              <a:cs typeface="Times New Roman"/>
              <a:sym typeface="Times New Roman"/>
            </a:endParaRPr>
          </a:p>
        </p:txBody>
      </p:sp>
      <p:pic>
        <p:nvPicPr>
          <p:cNvPr id="5" name="Picture 4">
            <a:extLst>
              <a:ext uri="{FF2B5EF4-FFF2-40B4-BE49-F238E27FC236}">
                <a16:creationId xmlns:a16="http://schemas.microsoft.com/office/drawing/2014/main" id="{45F6D7D2-D044-B979-4510-0BE875E1D9C4}"/>
              </a:ext>
            </a:extLst>
          </p:cNvPr>
          <p:cNvPicPr>
            <a:picLocks noChangeAspect="1"/>
          </p:cNvPicPr>
          <p:nvPr/>
        </p:nvPicPr>
        <p:blipFill>
          <a:blip r:embed="rId3"/>
          <a:stretch>
            <a:fillRect/>
          </a:stretch>
        </p:blipFill>
        <p:spPr>
          <a:xfrm>
            <a:off x="1594896" y="1828800"/>
            <a:ext cx="9916384" cy="4033520"/>
          </a:xfrm>
          <a:prstGeom prst="rect">
            <a:avLst/>
          </a:prstGeom>
        </p:spPr>
      </p:pic>
    </p:spTree>
    <p:extLst>
      <p:ext uri="{BB962C8B-B14F-4D97-AF65-F5344CB8AC3E}">
        <p14:creationId xmlns:p14="http://schemas.microsoft.com/office/powerpoint/2010/main" val="37380859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7"/>
          <p:cNvSpPr txBox="1">
            <a:spLocks noGrp="1"/>
          </p:cNvSpPr>
          <p:nvPr>
            <p:ph type="title"/>
          </p:nvPr>
        </p:nvSpPr>
        <p:spPr>
          <a:xfrm>
            <a:off x="1476375"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Random Forest Classifier</a:t>
            </a:r>
            <a:endParaRPr sz="3200" b="1">
              <a:latin typeface="Times New Roman"/>
              <a:ea typeface="Times New Roman"/>
              <a:cs typeface="Times New Roman"/>
              <a:sym typeface="Times New Roman"/>
            </a:endParaRPr>
          </a:p>
        </p:txBody>
      </p:sp>
      <p:sp>
        <p:nvSpPr>
          <p:cNvPr id="318" name="Google Shape;318;p47"/>
          <p:cNvSpPr txBox="1">
            <a:spLocks noGrp="1"/>
          </p:cNvSpPr>
          <p:nvPr>
            <p:ph type="body" idx="1"/>
          </p:nvPr>
        </p:nvSpPr>
        <p:spPr>
          <a:xfrm>
            <a:off x="1476375" y="1690825"/>
            <a:ext cx="9925500" cy="4014900"/>
          </a:xfrm>
          <a:prstGeom prst="rect">
            <a:avLst/>
          </a:prstGeom>
          <a:noFill/>
          <a:ln>
            <a:noFill/>
          </a:ln>
        </p:spPr>
        <p:txBody>
          <a:bodyPr spcFirstLastPara="1" wrap="square" lIns="91425" tIns="45700" rIns="91425" bIns="45700" anchor="t" anchorCtr="0">
            <a:normAutofit/>
          </a:bodyPr>
          <a:lstStyle/>
          <a:p>
            <a:pPr marL="457200" lvl="0" indent="-393700" algn="just" rtl="0">
              <a:spcBef>
                <a:spcPts val="1000"/>
              </a:spcBef>
              <a:spcAft>
                <a:spcPts val="0"/>
              </a:spcAft>
              <a:buSzPts val="2600"/>
              <a:buFont typeface="Times New Roman"/>
              <a:buChar char="•"/>
            </a:pPr>
            <a:r>
              <a:rPr lang="en-US" sz="2600">
                <a:latin typeface="Times New Roman"/>
                <a:ea typeface="Times New Roman"/>
                <a:cs typeface="Times New Roman"/>
                <a:sym typeface="Times New Roman"/>
              </a:rPr>
              <a:t>Implemented RandomForestClassifier with random hyperparameters (e.g., n_estimators, max_depth, min_samples_split)</a:t>
            </a:r>
            <a:endParaRPr sz="2600">
              <a:latin typeface="Times New Roman"/>
              <a:ea typeface="Times New Roman"/>
              <a:cs typeface="Times New Roman"/>
              <a:sym typeface="Times New Roman"/>
            </a:endParaRPr>
          </a:p>
          <a:p>
            <a:pPr marL="457200" lvl="0" indent="-393700" algn="just" rtl="0">
              <a:spcBef>
                <a:spcPts val="0"/>
              </a:spcBef>
              <a:spcAft>
                <a:spcPts val="0"/>
              </a:spcAft>
              <a:buSzPts val="2600"/>
              <a:buFont typeface="Times New Roman"/>
              <a:buChar char="•"/>
            </a:pPr>
            <a:r>
              <a:rPr lang="en-US" sz="2600">
                <a:latin typeface="Times New Roman"/>
                <a:ea typeface="Times New Roman"/>
                <a:cs typeface="Times New Roman"/>
                <a:sym typeface="Times New Roman"/>
              </a:rPr>
              <a:t>Obtained 89% accuracy on the data</a:t>
            </a:r>
            <a:endParaRPr sz="2600">
              <a:latin typeface="Times New Roman"/>
              <a:ea typeface="Times New Roman"/>
              <a:cs typeface="Times New Roman"/>
              <a:sym typeface="Times New Roman"/>
            </a:endParaRPr>
          </a:p>
          <a:p>
            <a:pPr marL="457200" lvl="0" indent="-393700" algn="just" rtl="0">
              <a:spcBef>
                <a:spcPts val="0"/>
              </a:spcBef>
              <a:spcAft>
                <a:spcPts val="0"/>
              </a:spcAft>
              <a:buSzPts val="2600"/>
              <a:buFont typeface="Times New Roman"/>
              <a:buChar char="•"/>
            </a:pPr>
            <a:r>
              <a:rPr lang="en-US" sz="2600">
                <a:latin typeface="Times New Roman"/>
                <a:ea typeface="Times New Roman"/>
                <a:cs typeface="Times New Roman"/>
                <a:sym typeface="Times New Roman"/>
              </a:rPr>
              <a:t>Noted good precision and recall for classes 1 and 2</a:t>
            </a:r>
            <a:endParaRPr sz="2600">
              <a:latin typeface="Times New Roman"/>
              <a:ea typeface="Times New Roman"/>
              <a:cs typeface="Times New Roman"/>
              <a:sym typeface="Times New Roman"/>
            </a:endParaRPr>
          </a:p>
          <a:p>
            <a:pPr marL="457200" lvl="0" indent="-393700" algn="just" rtl="0">
              <a:spcBef>
                <a:spcPts val="0"/>
              </a:spcBef>
              <a:spcAft>
                <a:spcPts val="0"/>
              </a:spcAft>
              <a:buSzPts val="2600"/>
              <a:buFont typeface="Times New Roman"/>
              <a:buChar char="•"/>
            </a:pPr>
            <a:r>
              <a:rPr lang="en-US" sz="2600">
                <a:latin typeface="Times New Roman"/>
                <a:ea typeface="Times New Roman"/>
                <a:cs typeface="Times New Roman"/>
                <a:sym typeface="Times New Roman"/>
              </a:rPr>
              <a:t>Observed lower f1 score for class 0</a:t>
            </a:r>
            <a:endParaRPr sz="2600">
              <a:latin typeface="Times New Roman"/>
              <a:ea typeface="Times New Roman"/>
              <a:cs typeface="Times New Roman"/>
              <a:sym typeface="Times New Roman"/>
            </a:endParaRPr>
          </a:p>
          <a:p>
            <a:pPr marL="457200" lvl="0" indent="-393700" algn="just" rtl="0">
              <a:spcBef>
                <a:spcPts val="0"/>
              </a:spcBef>
              <a:spcAft>
                <a:spcPts val="0"/>
              </a:spcAft>
              <a:buSzPts val="2600"/>
              <a:buFont typeface="Times New Roman"/>
              <a:buChar char="•"/>
            </a:pPr>
            <a:r>
              <a:rPr lang="en-US" sz="2600">
                <a:latin typeface="Times New Roman"/>
                <a:ea typeface="Times New Roman"/>
                <a:cs typeface="Times New Roman"/>
                <a:sym typeface="Times New Roman"/>
              </a:rPr>
              <a:t>Results indicate promising outcomes with random parameter configurations</a:t>
            </a:r>
            <a:endParaRPr sz="26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pic>
        <p:nvPicPr>
          <p:cNvPr id="323" name="Google Shape;323;p48"/>
          <p:cNvPicPr preferRelativeResize="0"/>
          <p:nvPr/>
        </p:nvPicPr>
        <p:blipFill rotWithShape="1">
          <a:blip r:embed="rId3">
            <a:alphaModFix/>
          </a:blip>
          <a:srcRect/>
          <a:stretch/>
        </p:blipFill>
        <p:spPr>
          <a:xfrm>
            <a:off x="2925075" y="954287"/>
            <a:ext cx="6341850" cy="49494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49"/>
          <p:cNvSpPr txBox="1">
            <a:spLocks noGrp="1"/>
          </p:cNvSpPr>
          <p:nvPr>
            <p:ph type="title"/>
          </p:nvPr>
        </p:nvSpPr>
        <p:spPr>
          <a:xfrm>
            <a:off x="1504950" y="355600"/>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a:latin typeface="Times New Roman"/>
                <a:ea typeface="Times New Roman"/>
                <a:cs typeface="Times New Roman"/>
                <a:sym typeface="Times New Roman"/>
              </a:rPr>
              <a:t>Hyperparameter Tuning</a:t>
            </a:r>
            <a:endParaRPr sz="3200" b="1">
              <a:latin typeface="Times New Roman"/>
              <a:ea typeface="Times New Roman"/>
              <a:cs typeface="Times New Roman"/>
              <a:sym typeface="Times New Roman"/>
            </a:endParaRPr>
          </a:p>
        </p:txBody>
      </p:sp>
      <p:sp>
        <p:nvSpPr>
          <p:cNvPr id="329" name="Google Shape;329;p49"/>
          <p:cNvSpPr txBox="1">
            <a:spLocks noGrp="1"/>
          </p:cNvSpPr>
          <p:nvPr>
            <p:ph type="body" idx="1"/>
          </p:nvPr>
        </p:nvSpPr>
        <p:spPr>
          <a:xfrm>
            <a:off x="1504950" y="1681300"/>
            <a:ext cx="10515600" cy="4351200"/>
          </a:xfrm>
          <a:prstGeom prst="rect">
            <a:avLst/>
          </a:prstGeom>
          <a:noFill/>
          <a:ln>
            <a:noFill/>
          </a:ln>
        </p:spPr>
        <p:txBody>
          <a:bodyPr spcFirstLastPara="1" wrap="square" lIns="91425" tIns="45700" rIns="91425" bIns="45700" anchor="t" anchorCtr="0">
            <a:noAutofit/>
          </a:bodyPr>
          <a:lstStyle/>
          <a:p>
            <a:pPr marL="457200" lvl="0" indent="-374650" algn="just" rtl="0">
              <a:spcBef>
                <a:spcPts val="1000"/>
              </a:spcBef>
              <a:spcAft>
                <a:spcPts val="0"/>
              </a:spcAft>
              <a:buSzPts val="2300"/>
              <a:buFont typeface="Times New Roman"/>
              <a:buChar char="•"/>
            </a:pPr>
            <a:r>
              <a:rPr lang="en-US" sz="2300">
                <a:latin typeface="Times New Roman"/>
                <a:ea typeface="Times New Roman"/>
                <a:cs typeface="Times New Roman"/>
                <a:sym typeface="Times New Roman"/>
              </a:rPr>
              <a:t>Conducted Hyperparameter Tuning for the RandomForestClassifier using GridSearchCV</a:t>
            </a:r>
            <a:endParaRPr sz="2300">
              <a:latin typeface="Times New Roman"/>
              <a:ea typeface="Times New Roman"/>
              <a:cs typeface="Times New Roman"/>
              <a:sym typeface="Times New Roman"/>
            </a:endParaRPr>
          </a:p>
          <a:p>
            <a:pPr marL="457200" lvl="0"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Constructed a pipeline with critical preprocessing steps, including imputation and scaling</a:t>
            </a:r>
            <a:endParaRPr sz="2300">
              <a:latin typeface="Times New Roman"/>
              <a:ea typeface="Times New Roman"/>
              <a:cs typeface="Times New Roman"/>
              <a:sym typeface="Times New Roman"/>
            </a:endParaRPr>
          </a:p>
          <a:p>
            <a:pPr marL="457200" lvl="0"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Defined a parameter grid for systematic exploration of hyperparameter combinations</a:t>
            </a:r>
            <a:endParaRPr sz="2300">
              <a:latin typeface="Times New Roman"/>
              <a:ea typeface="Times New Roman"/>
              <a:cs typeface="Times New Roman"/>
              <a:sym typeface="Times New Roman"/>
            </a:endParaRPr>
          </a:p>
          <a:p>
            <a:pPr marL="457200" lvl="0"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Fitted the GridSearchCV to the training data to identify the set of hyperparameters maximizing accuracy</a:t>
            </a:r>
            <a:endParaRPr sz="2300">
              <a:latin typeface="Times New Roman"/>
              <a:ea typeface="Times New Roman"/>
              <a:cs typeface="Times New Roman"/>
              <a:sym typeface="Times New Roman"/>
            </a:endParaRPr>
          </a:p>
          <a:p>
            <a:pPr marL="457200" lvl="0"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Extracted the best hyperparameters and Trained the model.</a:t>
            </a:r>
            <a:endParaRPr sz="2300">
              <a:latin typeface="Times New Roman"/>
              <a:ea typeface="Times New Roman"/>
              <a:cs typeface="Times New Roman"/>
              <a:sym typeface="Times New Roman"/>
            </a:endParaRPr>
          </a:p>
          <a:p>
            <a:pPr marL="457200" lvl="0"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Made predictions on the test set using the optimized model</a:t>
            </a:r>
            <a:endParaRPr sz="2300">
              <a:latin typeface="Times New Roman"/>
              <a:ea typeface="Times New Roman"/>
              <a:cs typeface="Times New Roman"/>
              <a:sym typeface="Times New Roman"/>
            </a:endParaRPr>
          </a:p>
          <a:p>
            <a:pPr marL="457200" lvl="0"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Best Hyperparameters:</a:t>
            </a:r>
            <a:endParaRPr sz="2300">
              <a:latin typeface="Times New Roman"/>
              <a:ea typeface="Times New Roman"/>
              <a:cs typeface="Times New Roman"/>
              <a:sym typeface="Times New Roman"/>
            </a:endParaRPr>
          </a:p>
          <a:p>
            <a:pPr marL="914400" lvl="1"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'max_depth': None, 'max_features': 'sqrt','max_leaf_nodes': 30</a:t>
            </a:r>
            <a:endParaRPr sz="2300">
              <a:latin typeface="Times New Roman"/>
              <a:ea typeface="Times New Roman"/>
              <a:cs typeface="Times New Roman"/>
              <a:sym typeface="Times New Roman"/>
            </a:endParaRPr>
          </a:p>
          <a:p>
            <a:pPr marL="914400" lvl="1" indent="-374650" algn="just" rtl="0">
              <a:spcBef>
                <a:spcPts val="0"/>
              </a:spcBef>
              <a:spcAft>
                <a:spcPts val="0"/>
              </a:spcAft>
              <a:buSzPts val="2300"/>
              <a:buFont typeface="Times New Roman"/>
              <a:buChar char="•"/>
            </a:pPr>
            <a:r>
              <a:rPr lang="en-US" sz="2300">
                <a:latin typeface="Times New Roman"/>
                <a:ea typeface="Times New Roman"/>
                <a:cs typeface="Times New Roman"/>
                <a:sym typeface="Times New Roman"/>
              </a:rPr>
              <a:t>'min_samples_leaf': 1, 'min_samples_split': 5, 'n_estimators': 100</a:t>
            </a:r>
            <a:endParaRPr sz="230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50"/>
          <p:cNvPicPr preferRelativeResize="0"/>
          <p:nvPr/>
        </p:nvPicPr>
        <p:blipFill rotWithShape="1">
          <a:blip r:embed="rId3">
            <a:alphaModFix/>
          </a:blip>
          <a:srcRect/>
          <a:stretch/>
        </p:blipFill>
        <p:spPr>
          <a:xfrm>
            <a:off x="5906912" y="1250662"/>
            <a:ext cx="5983575" cy="4669825"/>
          </a:xfrm>
          <a:prstGeom prst="rect">
            <a:avLst/>
          </a:prstGeom>
          <a:noFill/>
          <a:ln>
            <a:noFill/>
          </a:ln>
        </p:spPr>
      </p:pic>
      <p:sp>
        <p:nvSpPr>
          <p:cNvPr id="335" name="Google Shape;335;p50"/>
          <p:cNvSpPr txBox="1"/>
          <p:nvPr/>
        </p:nvSpPr>
        <p:spPr>
          <a:xfrm>
            <a:off x="1694150" y="1650300"/>
            <a:ext cx="4008300" cy="3476100"/>
          </a:xfrm>
          <a:prstGeom prst="rect">
            <a:avLst/>
          </a:prstGeom>
          <a:noFill/>
          <a:ln>
            <a:noFill/>
          </a:ln>
        </p:spPr>
        <p:txBody>
          <a:bodyPr spcFirstLastPara="1" wrap="square" lIns="91425" tIns="91425" rIns="91425" bIns="91425" anchor="t" anchorCtr="0">
            <a:noAutofit/>
          </a:bodyPr>
          <a:lstStyle/>
          <a:p>
            <a:pPr marL="457200" lvl="0" indent="-381000" algn="l"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Achieved model accuracy of 92.2% with best-tuned parameters from GridSearchCV</a:t>
            </a:r>
            <a:endParaRPr sz="2400">
              <a:solidFill>
                <a:schemeClr val="dk1"/>
              </a:solidFill>
              <a:latin typeface="Times New Roman"/>
              <a:ea typeface="Times New Roman"/>
              <a:cs typeface="Times New Roman"/>
              <a:sym typeface="Times New Roman"/>
            </a:endParaRPr>
          </a:p>
          <a:p>
            <a:pPr marL="457200" lvl="0" indent="-381000" algn="l" rtl="0">
              <a:spcBef>
                <a:spcPts val="0"/>
              </a:spcBef>
              <a:spcAft>
                <a:spcPts val="0"/>
              </a:spcAft>
              <a:buClr>
                <a:schemeClr val="dk1"/>
              </a:buClr>
              <a:buSzPts val="2400"/>
              <a:buFont typeface="Times New Roman"/>
              <a:buChar char="●"/>
            </a:pPr>
            <a:r>
              <a:rPr lang="en-US" sz="2400">
                <a:solidFill>
                  <a:schemeClr val="dk1"/>
                </a:solidFill>
                <a:latin typeface="Times New Roman"/>
                <a:ea typeface="Times New Roman"/>
                <a:cs typeface="Times New Roman"/>
                <a:sym typeface="Times New Roman"/>
              </a:rPr>
              <a:t>Precision, recall, and F1-score metrics indicate excellent performance across all </a:t>
            </a:r>
            <a:endParaRPr sz="2400">
              <a:solidFill>
                <a:schemeClr val="dk1"/>
              </a:solidFill>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51"/>
          <p:cNvSpPr txBox="1">
            <a:spLocks noGrp="1"/>
          </p:cNvSpPr>
          <p:nvPr>
            <p:ph type="title"/>
          </p:nvPr>
        </p:nvSpPr>
        <p:spPr>
          <a:xfrm>
            <a:off x="14859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200"/>
              <a:buFont typeface="Times New Roman"/>
              <a:buNone/>
            </a:pPr>
            <a:r>
              <a:rPr lang="en-US" sz="3200" b="1" dirty="0">
                <a:latin typeface="Times New Roman"/>
                <a:ea typeface="Times New Roman"/>
                <a:cs typeface="Times New Roman"/>
                <a:sym typeface="Times New Roman"/>
              </a:rPr>
              <a:t>Neural Network Regressor (MLP)</a:t>
            </a:r>
            <a:endParaRPr sz="3200" b="1" dirty="0">
              <a:latin typeface="Times New Roman"/>
              <a:ea typeface="Times New Roman"/>
              <a:cs typeface="Times New Roman"/>
              <a:sym typeface="Times New Roman"/>
            </a:endParaRPr>
          </a:p>
        </p:txBody>
      </p:sp>
      <p:sp>
        <p:nvSpPr>
          <p:cNvPr id="341" name="Google Shape;341;p51"/>
          <p:cNvSpPr txBox="1">
            <a:spLocks noGrp="1"/>
          </p:cNvSpPr>
          <p:nvPr>
            <p:ph type="body" idx="1"/>
          </p:nvPr>
        </p:nvSpPr>
        <p:spPr>
          <a:xfrm>
            <a:off x="1485900" y="1587500"/>
            <a:ext cx="10515600" cy="4351200"/>
          </a:xfrm>
          <a:prstGeom prst="rect">
            <a:avLst/>
          </a:prstGeom>
          <a:noFill/>
          <a:ln>
            <a:noFill/>
          </a:ln>
        </p:spPr>
        <p:txBody>
          <a:bodyPr spcFirstLastPara="1" wrap="square" lIns="91425" tIns="45700" rIns="91425" bIns="45700" anchor="t" anchorCtr="0">
            <a:normAutofit/>
          </a:bodyPr>
          <a:lstStyle/>
          <a:p>
            <a:pPr algn="just" rtl="0" fontAlgn="base">
              <a:spcBef>
                <a:spcPts val="1000"/>
              </a:spcBef>
              <a:spcAft>
                <a:spcPts val="0"/>
              </a:spcAft>
              <a:buFont typeface="Arial" panose="020B0604020202020204" pitchFamily="34" charset="0"/>
              <a:buChar char="•"/>
            </a:pPr>
            <a:r>
              <a:rPr lang="en-US" b="0" i="0" u="none" strike="noStrike" dirty="0">
                <a:solidFill>
                  <a:srgbClr val="262626"/>
                </a:solidFill>
                <a:effectLst/>
                <a:latin typeface="Times New Roman" panose="02020603050405020304" pitchFamily="18" charset="0"/>
              </a:rPr>
              <a:t>Created pipeline to train </a:t>
            </a:r>
            <a:r>
              <a:rPr lang="en-US" b="0" i="0" u="none" strike="noStrike" dirty="0" err="1">
                <a:solidFill>
                  <a:srgbClr val="262626"/>
                </a:solidFill>
                <a:effectLst/>
                <a:latin typeface="Times New Roman" panose="02020603050405020304" pitchFamily="18" charset="0"/>
              </a:rPr>
              <a:t>MLPRegressor</a:t>
            </a:r>
            <a:r>
              <a:rPr lang="en-US" b="0" i="0" u="none" strike="noStrike" dirty="0">
                <a:solidFill>
                  <a:srgbClr val="262626"/>
                </a:solidFill>
                <a:effectLst/>
                <a:latin typeface="Times New Roman" panose="02020603050405020304" pitchFamily="18" charset="0"/>
              </a:rPr>
              <a:t> using a </a:t>
            </a:r>
            <a:r>
              <a:rPr lang="en-US" b="0" i="0" u="none" strike="noStrike" dirty="0" err="1">
                <a:solidFill>
                  <a:srgbClr val="262626"/>
                </a:solidFill>
                <a:effectLst/>
                <a:latin typeface="Times New Roman" panose="02020603050405020304" pitchFamily="18" charset="0"/>
              </a:rPr>
              <a:t>GridSearchCV</a:t>
            </a:r>
            <a:r>
              <a:rPr lang="en-US" b="0" i="0" u="none" strike="noStrike" dirty="0">
                <a:solidFill>
                  <a:srgbClr val="262626"/>
                </a:solidFill>
                <a:effectLst/>
                <a:latin typeface="Times New Roman" panose="02020603050405020304" pitchFamily="18" charset="0"/>
              </a:rPr>
              <a:t> for hyperparameter tuning</a:t>
            </a:r>
          </a:p>
          <a:p>
            <a:pPr algn="just" rtl="0" fontAlgn="base">
              <a:spcBef>
                <a:spcPts val="0"/>
              </a:spcBef>
              <a:spcAft>
                <a:spcPts val="0"/>
              </a:spcAft>
              <a:buFont typeface="Arial" panose="020B0604020202020204" pitchFamily="34" charset="0"/>
              <a:buChar char="•"/>
            </a:pPr>
            <a:r>
              <a:rPr lang="en-US" b="0" i="0" u="none" strike="noStrike" dirty="0">
                <a:solidFill>
                  <a:srgbClr val="262626"/>
                </a:solidFill>
                <a:effectLst/>
                <a:latin typeface="Times New Roman" panose="02020603050405020304" pitchFamily="18" charset="0"/>
              </a:rPr>
              <a:t>Pipeline includes </a:t>
            </a:r>
            <a:r>
              <a:rPr lang="en-US" b="0" i="0" u="none" strike="noStrike" dirty="0" err="1">
                <a:solidFill>
                  <a:srgbClr val="262626"/>
                </a:solidFill>
                <a:effectLst/>
                <a:latin typeface="Times New Roman" panose="02020603050405020304" pitchFamily="18" charset="0"/>
              </a:rPr>
              <a:t>StandardScaler</a:t>
            </a:r>
            <a:r>
              <a:rPr lang="en-US" b="0" i="0" u="none" strike="noStrike" dirty="0">
                <a:solidFill>
                  <a:srgbClr val="262626"/>
                </a:solidFill>
                <a:effectLst/>
                <a:latin typeface="Times New Roman" panose="02020603050405020304" pitchFamily="18" charset="0"/>
              </a:rPr>
              <a:t> for feature scaling, </a:t>
            </a:r>
            <a:r>
              <a:rPr lang="en-US" b="0" i="0" u="none" strike="noStrike" dirty="0" err="1">
                <a:solidFill>
                  <a:srgbClr val="262626"/>
                </a:solidFill>
                <a:effectLst/>
                <a:latin typeface="Times New Roman" panose="02020603050405020304" pitchFamily="18" charset="0"/>
              </a:rPr>
              <a:t>SimpleImputer</a:t>
            </a:r>
            <a:r>
              <a:rPr lang="en-US" b="0" i="0" u="none" strike="noStrike" dirty="0">
                <a:solidFill>
                  <a:srgbClr val="262626"/>
                </a:solidFill>
                <a:effectLst/>
                <a:latin typeface="Times New Roman" panose="02020603050405020304" pitchFamily="18" charset="0"/>
              </a:rPr>
              <a:t> for handling missing values, and </a:t>
            </a:r>
            <a:r>
              <a:rPr lang="en-US" b="0" i="0" u="none" strike="noStrike" dirty="0" err="1">
                <a:solidFill>
                  <a:srgbClr val="262626"/>
                </a:solidFill>
                <a:effectLst/>
                <a:latin typeface="Times New Roman" panose="02020603050405020304" pitchFamily="18" charset="0"/>
              </a:rPr>
              <a:t>MLPRegressor</a:t>
            </a:r>
            <a:r>
              <a:rPr lang="en-US" b="0" i="0" u="none" strike="noStrike" dirty="0">
                <a:solidFill>
                  <a:srgbClr val="262626"/>
                </a:solidFill>
                <a:effectLst/>
                <a:latin typeface="Times New Roman" panose="02020603050405020304" pitchFamily="18" charset="0"/>
              </a:rPr>
              <a:t> for regression tasks</a:t>
            </a:r>
          </a:p>
          <a:p>
            <a:pPr algn="just" rtl="0" fontAlgn="base">
              <a:spcBef>
                <a:spcPts val="0"/>
              </a:spcBef>
              <a:spcAft>
                <a:spcPts val="0"/>
              </a:spcAft>
              <a:buFont typeface="Arial" panose="020B0604020202020204" pitchFamily="34" charset="0"/>
              <a:buChar char="•"/>
            </a:pPr>
            <a:r>
              <a:rPr lang="en-US" b="0" i="0" u="none" strike="noStrike" dirty="0">
                <a:solidFill>
                  <a:srgbClr val="262626"/>
                </a:solidFill>
                <a:effectLst/>
                <a:latin typeface="Times New Roman" panose="02020603050405020304" pitchFamily="18" charset="0"/>
              </a:rPr>
              <a:t>The best model, identified with </a:t>
            </a:r>
            <a:r>
              <a:rPr lang="en-US" b="0" i="0" u="sng" strike="noStrike" dirty="0">
                <a:solidFill>
                  <a:srgbClr val="262626"/>
                </a:solidFill>
                <a:effectLst/>
                <a:latin typeface="Times New Roman" panose="02020603050405020304" pitchFamily="18" charset="0"/>
              </a:rPr>
              <a:t>‘tanh’ activation</a:t>
            </a:r>
            <a:r>
              <a:rPr lang="en-US" b="0" i="0" u="none" strike="noStrike" dirty="0">
                <a:solidFill>
                  <a:srgbClr val="262626"/>
                </a:solidFill>
                <a:effectLst/>
                <a:latin typeface="Times New Roman" panose="02020603050405020304" pitchFamily="18" charset="0"/>
              </a:rPr>
              <a:t>, </a:t>
            </a:r>
            <a:r>
              <a:rPr lang="en-US" b="0" i="0" u="sng" strike="noStrike" dirty="0">
                <a:solidFill>
                  <a:srgbClr val="262626"/>
                </a:solidFill>
                <a:effectLst/>
                <a:latin typeface="Times New Roman" panose="02020603050405020304" pitchFamily="18" charset="0"/>
              </a:rPr>
              <a:t>alpha of ‘0.01’</a:t>
            </a:r>
            <a:r>
              <a:rPr lang="en-US" b="0" i="0" u="none" strike="noStrike" dirty="0">
                <a:solidFill>
                  <a:srgbClr val="262626"/>
                </a:solidFill>
                <a:effectLst/>
                <a:latin typeface="Times New Roman" panose="02020603050405020304" pitchFamily="18" charset="0"/>
              </a:rPr>
              <a:t>, and a hidden layer size of ‘(50,)’, achieved an accuracy of approximately 41.98%.</a:t>
            </a:r>
          </a:p>
          <a:p>
            <a:pPr algn="just" rtl="0" fontAlgn="base">
              <a:spcBef>
                <a:spcPts val="0"/>
              </a:spcBef>
              <a:spcAft>
                <a:spcPts val="0"/>
              </a:spcAft>
              <a:buFont typeface="Arial" panose="020B0604020202020204" pitchFamily="34" charset="0"/>
              <a:buChar char="•"/>
            </a:pPr>
            <a:r>
              <a:rPr lang="en-US" b="0" i="0" u="none" strike="noStrike" dirty="0">
                <a:solidFill>
                  <a:srgbClr val="262626"/>
                </a:solidFill>
                <a:effectLst/>
                <a:latin typeface="Times New Roman" panose="02020603050405020304" pitchFamily="18" charset="0"/>
              </a:rPr>
              <a:t>Classification report and confusion matrix reveal challenges in predicting class labels, especially for classes 0 and 2</a:t>
            </a:r>
          </a:p>
          <a:p>
            <a:pPr algn="just" rtl="0" fontAlgn="base">
              <a:spcBef>
                <a:spcPts val="0"/>
              </a:spcBef>
              <a:spcAft>
                <a:spcPts val="0"/>
              </a:spcAft>
              <a:buFont typeface="Arial" panose="020B0604020202020204" pitchFamily="34" charset="0"/>
              <a:buChar char="•"/>
            </a:pPr>
            <a:r>
              <a:rPr lang="en-US" b="0" i="0" u="none" strike="noStrike" dirty="0">
                <a:solidFill>
                  <a:srgbClr val="262626"/>
                </a:solidFill>
                <a:effectLst/>
                <a:latin typeface="Times New Roman" panose="02020603050405020304" pitchFamily="18" charset="0"/>
              </a:rPr>
              <a:t>Model shows low precision, recall, and F1-score for each class, indicating difficulty in distinguishing between different outcomes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pic>
        <p:nvPicPr>
          <p:cNvPr id="346" name="Google Shape;346;p52"/>
          <p:cNvPicPr preferRelativeResize="0"/>
          <p:nvPr/>
        </p:nvPicPr>
        <p:blipFill rotWithShape="1">
          <a:blip r:embed="rId3">
            <a:alphaModFix/>
          </a:blip>
          <a:srcRect/>
          <a:stretch/>
        </p:blipFill>
        <p:spPr>
          <a:xfrm>
            <a:off x="3048000" y="833437"/>
            <a:ext cx="6096000" cy="51911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53"/>
          <p:cNvSpPr txBox="1">
            <a:spLocks noGrp="1"/>
          </p:cNvSpPr>
          <p:nvPr>
            <p:ph type="title"/>
          </p:nvPr>
        </p:nvSpPr>
        <p:spPr>
          <a:xfrm>
            <a:off x="14859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600" b="1" i="0">
                <a:latin typeface="Times New Roman"/>
                <a:ea typeface="Times New Roman"/>
                <a:cs typeface="Times New Roman"/>
                <a:sym typeface="Times New Roman"/>
              </a:rPr>
              <a:t>Methodology</a:t>
            </a:r>
            <a:endParaRPr sz="3600">
              <a:latin typeface="Times New Roman"/>
              <a:ea typeface="Times New Roman"/>
              <a:cs typeface="Times New Roman"/>
              <a:sym typeface="Times New Roman"/>
            </a:endParaRPr>
          </a:p>
        </p:txBody>
      </p:sp>
      <p:sp>
        <p:nvSpPr>
          <p:cNvPr id="352" name="Google Shape;352;p53"/>
          <p:cNvSpPr txBox="1">
            <a:spLocks noGrp="1"/>
          </p:cNvSpPr>
          <p:nvPr>
            <p:ph type="body" idx="1"/>
          </p:nvPr>
        </p:nvSpPr>
        <p:spPr>
          <a:xfrm>
            <a:off x="1485900" y="1690688"/>
            <a:ext cx="10515600" cy="4351338"/>
          </a:xfrm>
          <a:prstGeom prst="rect">
            <a:avLst/>
          </a:prstGeom>
          <a:noFill/>
          <a:ln>
            <a:noFill/>
          </a:ln>
        </p:spPr>
        <p:txBody>
          <a:bodyPr spcFirstLastPara="1" wrap="square" lIns="91425" tIns="45700" rIns="91425" bIns="45700" anchor="t" anchorCtr="0">
            <a:normAutofit/>
          </a:bodyPr>
          <a:lstStyle/>
          <a:p>
            <a:pPr marL="228600" lvl="0" indent="-228600" algn="just" rtl="0">
              <a:lnSpc>
                <a:spcPct val="100000"/>
              </a:lnSpc>
              <a:spcBef>
                <a:spcPts val="0"/>
              </a:spcBef>
              <a:spcAft>
                <a:spcPts val="0"/>
              </a:spcAft>
              <a:buClr>
                <a:schemeClr val="dk1"/>
              </a:buClr>
              <a:buSzPts val="2800"/>
              <a:buFont typeface="Times New Roman"/>
              <a:buChar char="•"/>
            </a:pPr>
            <a:r>
              <a:rPr lang="en-US" dirty="0">
                <a:latin typeface="Times New Roman"/>
                <a:ea typeface="Times New Roman"/>
                <a:cs typeface="Times New Roman"/>
                <a:sym typeface="Times New Roman"/>
              </a:rPr>
              <a:t>In our project, </a:t>
            </a:r>
            <a:r>
              <a:rPr lang="en-US">
                <a:latin typeface="Times New Roman"/>
                <a:ea typeface="Times New Roman"/>
                <a:cs typeface="Times New Roman"/>
                <a:sym typeface="Times New Roman"/>
              </a:rPr>
              <a:t>we start with </a:t>
            </a:r>
            <a:r>
              <a:rPr lang="en-US" dirty="0">
                <a:latin typeface="Times New Roman"/>
                <a:ea typeface="Times New Roman"/>
                <a:cs typeface="Times New Roman"/>
                <a:sym typeface="Times New Roman"/>
              </a:rPr>
              <a:t>the initial loading and examination of the two datasets. The analysis includes addressing issues with country names and implementing essential data preprocessing steps, such as feature removal, imputation, and scaling. Subsequently, we train Logistic Regression, Random Forest Classifier, and MLP Regressor models. </a:t>
            </a:r>
          </a:p>
          <a:p>
            <a:pPr marL="228600" lvl="0" indent="-228600" algn="just" rtl="0">
              <a:lnSpc>
                <a:spcPct val="100000"/>
              </a:lnSpc>
              <a:spcBef>
                <a:spcPts val="0"/>
              </a:spcBef>
              <a:spcAft>
                <a:spcPts val="0"/>
              </a:spcAft>
              <a:buClr>
                <a:schemeClr val="dk1"/>
              </a:buClr>
              <a:buSzPts val="2800"/>
              <a:buFont typeface="Times New Roman"/>
              <a:buChar char="•"/>
            </a:pPr>
            <a:r>
              <a:rPr lang="en-US" dirty="0">
                <a:latin typeface="Times New Roman"/>
                <a:ea typeface="Times New Roman"/>
                <a:cs typeface="Times New Roman"/>
                <a:sym typeface="Times New Roman"/>
              </a:rPr>
              <a:t>The promising results obtained from hyperparameter tuning using </a:t>
            </a:r>
            <a:r>
              <a:rPr lang="en-US" dirty="0" err="1">
                <a:latin typeface="Times New Roman"/>
                <a:ea typeface="Times New Roman"/>
                <a:cs typeface="Times New Roman"/>
                <a:sym typeface="Times New Roman"/>
              </a:rPr>
              <a:t>GridSearchCV</a:t>
            </a:r>
            <a:r>
              <a:rPr lang="en-US" dirty="0">
                <a:latin typeface="Times New Roman"/>
                <a:ea typeface="Times New Roman"/>
                <a:cs typeface="Times New Roman"/>
                <a:sym typeface="Times New Roman"/>
              </a:rPr>
              <a:t> contribute to the effectiveness of our models.</a:t>
            </a:r>
            <a:endParaRPr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54"/>
          <p:cNvSpPr txBox="1">
            <a:spLocks noGrp="1"/>
          </p:cNvSpPr>
          <p:nvPr>
            <p:ph type="title"/>
          </p:nvPr>
        </p:nvSpPr>
        <p:spPr>
          <a:xfrm>
            <a:off x="1485900" y="3746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600" b="1">
                <a:latin typeface="Times New Roman"/>
                <a:ea typeface="Times New Roman"/>
                <a:cs typeface="Times New Roman"/>
                <a:sym typeface="Times New Roman"/>
              </a:rPr>
              <a:t>Championship</a:t>
            </a:r>
            <a:endParaRPr sz="3600">
              <a:latin typeface="Times New Roman"/>
              <a:ea typeface="Times New Roman"/>
              <a:cs typeface="Times New Roman"/>
              <a:sym typeface="Times New Roman"/>
            </a:endParaRPr>
          </a:p>
        </p:txBody>
      </p:sp>
      <p:sp>
        <p:nvSpPr>
          <p:cNvPr id="358" name="Google Shape;358;p54"/>
          <p:cNvSpPr txBox="1">
            <a:spLocks noGrp="1"/>
          </p:cNvSpPr>
          <p:nvPr>
            <p:ph type="body" idx="1"/>
          </p:nvPr>
        </p:nvSpPr>
        <p:spPr>
          <a:xfrm>
            <a:off x="1485900" y="1415450"/>
            <a:ext cx="10515600" cy="5104200"/>
          </a:xfrm>
          <a:prstGeom prst="rect">
            <a:avLst/>
          </a:prstGeom>
          <a:noFill/>
          <a:ln>
            <a:noFill/>
          </a:ln>
        </p:spPr>
        <p:txBody>
          <a:bodyPr spcFirstLastPara="1" wrap="square" lIns="91425" tIns="45700" rIns="91425" bIns="45700" anchor="t" anchorCtr="0">
            <a:noAutofit/>
          </a:bodyPr>
          <a:lstStyle/>
          <a:p>
            <a:pPr marL="228600" lvl="0" indent="-180975" algn="just" rtl="0">
              <a:lnSpc>
                <a:spcPct val="90000"/>
              </a:lnSpc>
              <a:spcBef>
                <a:spcPts val="0"/>
              </a:spcBef>
              <a:spcAft>
                <a:spcPts val="0"/>
              </a:spcAft>
              <a:buClr>
                <a:schemeClr val="dk1"/>
              </a:buClr>
              <a:buSzPts val="2100"/>
              <a:buFont typeface="Times New Roman"/>
              <a:buChar char="•"/>
            </a:pPr>
            <a:r>
              <a:rPr lang="en-US" sz="2100" dirty="0">
                <a:latin typeface="Times New Roman"/>
                <a:ea typeface="Times New Roman"/>
                <a:cs typeface="Times New Roman"/>
                <a:sym typeface="Times New Roman"/>
              </a:rPr>
              <a:t>The "Run Championship" code is like a well-organized toolbox where each  function does a specific job, making it easy to understand. It also saves important data for later use. The main function, </a:t>
            </a:r>
            <a:r>
              <a:rPr lang="en-US" sz="2100" dirty="0" err="1">
                <a:latin typeface="Times New Roman"/>
                <a:ea typeface="Times New Roman"/>
                <a:cs typeface="Times New Roman"/>
                <a:sym typeface="Times New Roman"/>
              </a:rPr>
              <a:t>runChampionship</a:t>
            </a:r>
            <a:r>
              <a:rPr lang="en-US" sz="2100" dirty="0">
                <a:latin typeface="Times New Roman"/>
                <a:ea typeface="Times New Roman"/>
                <a:cs typeface="Times New Roman"/>
                <a:sym typeface="Times New Roman"/>
              </a:rPr>
              <a:t>, smoothly manages the entire championship tournament. </a:t>
            </a:r>
          </a:p>
          <a:p>
            <a:pPr marL="228600" lvl="0" indent="-180975" algn="just" rtl="0">
              <a:lnSpc>
                <a:spcPct val="90000"/>
              </a:lnSpc>
              <a:spcBef>
                <a:spcPts val="0"/>
              </a:spcBef>
              <a:spcAft>
                <a:spcPts val="0"/>
              </a:spcAft>
              <a:buClr>
                <a:schemeClr val="dk1"/>
              </a:buClr>
              <a:buSzPts val="2100"/>
              <a:buFont typeface="Times New Roman"/>
              <a:buChar char="•"/>
            </a:pPr>
            <a:endParaRPr lang="en-US" sz="2100" dirty="0">
              <a:latin typeface="Times New Roman"/>
              <a:ea typeface="Times New Roman"/>
              <a:cs typeface="Times New Roman"/>
              <a:sym typeface="Times New Roman"/>
            </a:endParaRPr>
          </a:p>
          <a:p>
            <a:pPr marL="228600" lvl="0" indent="-180975" algn="just" rtl="0">
              <a:lnSpc>
                <a:spcPct val="90000"/>
              </a:lnSpc>
              <a:spcBef>
                <a:spcPts val="0"/>
              </a:spcBef>
              <a:spcAft>
                <a:spcPts val="0"/>
              </a:spcAft>
              <a:buClr>
                <a:schemeClr val="dk1"/>
              </a:buClr>
              <a:buSzPts val="2100"/>
              <a:buFont typeface="Times New Roman"/>
              <a:buChar char="•"/>
            </a:pPr>
            <a:r>
              <a:rPr lang="en-US" sz="2100" dirty="0">
                <a:latin typeface="Times New Roman"/>
                <a:ea typeface="Times New Roman"/>
                <a:cs typeface="Times New Roman"/>
                <a:sym typeface="Times New Roman"/>
              </a:rPr>
              <a:t>First, it sets up everything needed for the tournament, like creating files and folders for group stage matches.</a:t>
            </a:r>
          </a:p>
          <a:p>
            <a:pPr marL="228600" lvl="0" indent="-180975" algn="just" rtl="0">
              <a:lnSpc>
                <a:spcPct val="90000"/>
              </a:lnSpc>
              <a:spcBef>
                <a:spcPts val="0"/>
              </a:spcBef>
              <a:spcAft>
                <a:spcPts val="0"/>
              </a:spcAft>
              <a:buClr>
                <a:schemeClr val="dk1"/>
              </a:buClr>
              <a:buSzPts val="2100"/>
              <a:buFont typeface="Times New Roman"/>
              <a:buChar char="•"/>
            </a:pPr>
            <a:endParaRPr lang="en-US" sz="2100" dirty="0">
              <a:latin typeface="Times New Roman"/>
              <a:ea typeface="Times New Roman"/>
              <a:cs typeface="Times New Roman"/>
              <a:sym typeface="Times New Roman"/>
            </a:endParaRPr>
          </a:p>
          <a:p>
            <a:pPr marL="228600" lvl="0" indent="-180975" algn="just" rtl="0">
              <a:lnSpc>
                <a:spcPct val="90000"/>
              </a:lnSpc>
              <a:spcBef>
                <a:spcPts val="0"/>
              </a:spcBef>
              <a:spcAft>
                <a:spcPts val="0"/>
              </a:spcAft>
              <a:buClr>
                <a:schemeClr val="dk1"/>
              </a:buClr>
              <a:buSzPts val="2100"/>
              <a:buFont typeface="Times New Roman"/>
              <a:buChar char="•"/>
            </a:pPr>
            <a:r>
              <a:rPr lang="en-US" sz="2100" dirty="0">
                <a:latin typeface="Times New Roman"/>
                <a:ea typeface="Times New Roman"/>
                <a:cs typeface="Times New Roman"/>
                <a:sym typeface="Times New Roman"/>
              </a:rPr>
              <a:t>Then, as the tournament goes on, the function handles group stage matches and keeps track of points. Later, it goes through a loop four times to simulate knockout rounds. In each loop, it creates folders and files for knockouts, schedules matches, plays them, and updates the points table for that stage. </a:t>
            </a:r>
          </a:p>
          <a:p>
            <a:pPr marL="228600" lvl="0" indent="-180975" algn="just" rtl="0">
              <a:lnSpc>
                <a:spcPct val="90000"/>
              </a:lnSpc>
              <a:spcBef>
                <a:spcPts val="0"/>
              </a:spcBef>
              <a:spcAft>
                <a:spcPts val="0"/>
              </a:spcAft>
              <a:buClr>
                <a:schemeClr val="dk1"/>
              </a:buClr>
              <a:buSzPts val="2100"/>
              <a:buFont typeface="Times New Roman"/>
              <a:buChar char="•"/>
            </a:pPr>
            <a:endParaRPr lang="en-US" sz="2100" dirty="0">
              <a:latin typeface="Times New Roman"/>
              <a:ea typeface="Times New Roman"/>
              <a:cs typeface="Times New Roman"/>
              <a:sym typeface="Times New Roman"/>
            </a:endParaRPr>
          </a:p>
          <a:p>
            <a:pPr marL="228600" lvl="0" indent="-180975" algn="just" rtl="0">
              <a:lnSpc>
                <a:spcPct val="90000"/>
              </a:lnSpc>
              <a:spcBef>
                <a:spcPts val="0"/>
              </a:spcBef>
              <a:spcAft>
                <a:spcPts val="0"/>
              </a:spcAft>
              <a:buClr>
                <a:schemeClr val="dk1"/>
              </a:buClr>
              <a:buSzPts val="2100"/>
              <a:buFont typeface="Times New Roman"/>
              <a:buChar char="•"/>
            </a:pPr>
            <a:r>
              <a:rPr lang="en-US" sz="2100" dirty="0">
                <a:latin typeface="Times New Roman"/>
                <a:ea typeface="Times New Roman"/>
                <a:cs typeface="Times New Roman"/>
                <a:sym typeface="Times New Roman"/>
              </a:rPr>
              <a:t>The code finishes by figuring out which team wins the tournament. This way of organizing the code makes it easy to read but also allows for simple maintenance and customization.</a:t>
            </a:r>
            <a:endParaRPr sz="2100"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pic>
        <p:nvPicPr>
          <p:cNvPr id="363" name="Google Shape;363;p55"/>
          <p:cNvPicPr preferRelativeResize="0"/>
          <p:nvPr/>
        </p:nvPicPr>
        <p:blipFill>
          <a:blip r:embed="rId3">
            <a:alphaModFix/>
          </a:blip>
          <a:stretch>
            <a:fillRect/>
          </a:stretch>
        </p:blipFill>
        <p:spPr>
          <a:xfrm>
            <a:off x="2767200" y="1232750"/>
            <a:ext cx="7303725" cy="317327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6"/>
          <p:cNvSpPr txBox="1">
            <a:spLocks noGrp="1"/>
          </p:cNvSpPr>
          <p:nvPr>
            <p:ph type="title"/>
          </p:nvPr>
        </p:nvSpPr>
        <p:spPr>
          <a:xfrm>
            <a:off x="1466850" y="35560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en-US" sz="3600" b="1" i="0">
                <a:latin typeface="Times New Roman"/>
                <a:ea typeface="Times New Roman"/>
                <a:cs typeface="Times New Roman"/>
                <a:sym typeface="Times New Roman"/>
              </a:rPr>
              <a:t>Results and Discussion</a:t>
            </a:r>
            <a:endParaRPr sz="3600">
              <a:latin typeface="Times New Roman"/>
              <a:ea typeface="Times New Roman"/>
              <a:cs typeface="Times New Roman"/>
              <a:sym typeface="Times New Roman"/>
            </a:endParaRPr>
          </a:p>
        </p:txBody>
      </p:sp>
      <p:sp>
        <p:nvSpPr>
          <p:cNvPr id="369" name="Google Shape;369;p56"/>
          <p:cNvSpPr txBox="1">
            <a:spLocks noGrp="1"/>
          </p:cNvSpPr>
          <p:nvPr>
            <p:ph type="body" idx="1"/>
          </p:nvPr>
        </p:nvSpPr>
        <p:spPr>
          <a:xfrm>
            <a:off x="1466850" y="1681163"/>
            <a:ext cx="10515600" cy="435120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1000"/>
              </a:spcBef>
              <a:spcAft>
                <a:spcPts val="0"/>
              </a:spcAft>
              <a:buClr>
                <a:schemeClr val="dk1"/>
              </a:buClr>
              <a:buSzPts val="2800"/>
              <a:buFont typeface="Times New Roman"/>
              <a:buChar char="•"/>
            </a:pPr>
            <a:r>
              <a:rPr lang="en-US" dirty="0">
                <a:latin typeface="Times New Roman"/>
                <a:ea typeface="Times New Roman"/>
                <a:cs typeface="Times New Roman"/>
                <a:sym typeface="Times New Roman"/>
              </a:rPr>
              <a:t>Moving on to the results and discussion, we highlight the impressive performance of our models. Logistic regression achieves 85% accuracy, Random Forest reaches 92% after hyper-parameter tuning, and the Neural Network has 41%, despite challenges, it demonstrates predictive capabilities. We picked up the </a:t>
            </a:r>
            <a:r>
              <a:rPr lang="en-US" dirty="0" err="1">
                <a:latin typeface="Times New Roman"/>
                <a:ea typeface="Times New Roman"/>
                <a:cs typeface="Times New Roman"/>
                <a:sym typeface="Times New Roman"/>
              </a:rPr>
              <a:t>randomForest</a:t>
            </a:r>
            <a:r>
              <a:rPr lang="en-US" dirty="0">
                <a:latin typeface="Times New Roman"/>
                <a:ea typeface="Times New Roman"/>
                <a:cs typeface="Times New Roman"/>
                <a:sym typeface="Times New Roman"/>
              </a:rPr>
              <a:t> Classifier to run the championship. In the End Model serialization makes it  easy to deploy and running championships.</a:t>
            </a:r>
            <a:endParaRPr dirty="0">
              <a:latin typeface="Times New Roman"/>
              <a:ea typeface="Times New Roman"/>
              <a:cs typeface="Times New Roman"/>
              <a:sym typeface="Times New Roman"/>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5E1B30-9494-01F8-004E-5440530A0E16}"/>
              </a:ext>
            </a:extLst>
          </p:cNvPr>
          <p:cNvSpPr txBox="1"/>
          <p:nvPr/>
        </p:nvSpPr>
        <p:spPr>
          <a:xfrm>
            <a:off x="2560320" y="2489200"/>
            <a:ext cx="7569200" cy="1754326"/>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Thank you😊</a:t>
            </a:r>
          </a:p>
          <a:p>
            <a:pPr algn="ctr"/>
            <a:endParaRPr lang="en-US" sz="3600" dirty="0">
              <a:latin typeface="Times New Roman" panose="02020603050405020304" pitchFamily="18" charset="0"/>
              <a:cs typeface="Times New Roman" panose="02020603050405020304" pitchFamily="18" charset="0"/>
            </a:endParaRPr>
          </a:p>
          <a:p>
            <a:pPr algn="ctr"/>
            <a:r>
              <a:rPr lang="en-US" sz="3600" dirty="0">
                <a:latin typeface="Times New Roman" panose="02020603050405020304" pitchFamily="18" charset="0"/>
                <a:cs typeface="Times New Roman" panose="02020603050405020304" pitchFamily="18" charset="0"/>
              </a:rPr>
              <a:t>Q&amp;A?</a:t>
            </a:r>
          </a:p>
        </p:txBody>
      </p:sp>
    </p:spTree>
    <p:extLst>
      <p:ext uri="{BB962C8B-B14F-4D97-AF65-F5344CB8AC3E}">
        <p14:creationId xmlns:p14="http://schemas.microsoft.com/office/powerpoint/2010/main" val="187530538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1420</Words>
  <Application>Microsoft Office PowerPoint</Application>
  <PresentationFormat>Widescreen</PresentationFormat>
  <Paragraphs>105</Paragraphs>
  <Slides>28</Slides>
  <Notes>27</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Corbel</vt:lpstr>
      <vt:lpstr>Times New Roman</vt:lpstr>
      <vt:lpstr>Arial</vt:lpstr>
      <vt:lpstr>Calibri</vt:lpstr>
      <vt:lpstr>Office Theme</vt:lpstr>
      <vt:lpstr>Parallax</vt:lpstr>
      <vt:lpstr>PowerPoint Presentation</vt:lpstr>
      <vt:lpstr>Introduction</vt:lpstr>
      <vt:lpstr>Data Preparation Dataset Exploration</vt:lpstr>
      <vt:lpstr>Data Preparation Dataset Exploration</vt:lpstr>
      <vt:lpstr>Cutting Year Selection</vt:lpstr>
      <vt:lpstr>Country Name Standardization</vt:lpstr>
      <vt:lpstr>Data Resampling</vt:lpstr>
      <vt:lpstr>Data Resampling</vt:lpstr>
      <vt:lpstr>Merging</vt:lpstr>
      <vt:lpstr>Feature Enhancement  Proposed Features</vt:lpstr>
      <vt:lpstr>Correlation Analysis</vt:lpstr>
      <vt:lpstr>Correlation Analysis</vt:lpstr>
      <vt:lpstr>Predictor</vt:lpstr>
      <vt:lpstr>Model Building</vt:lpstr>
      <vt:lpstr>Model Building - Logistic Regression</vt:lpstr>
      <vt:lpstr>Machine Learning Pipeline, GridSearchCV and Serialization</vt:lpstr>
      <vt:lpstr>Machine Learning Pipeline and GridSearchCV</vt:lpstr>
      <vt:lpstr>Random Forest Classifier</vt:lpstr>
      <vt:lpstr>PowerPoint Presentation</vt:lpstr>
      <vt:lpstr>Hyperparameter Tuning</vt:lpstr>
      <vt:lpstr>PowerPoint Presentation</vt:lpstr>
      <vt:lpstr>Neural Network Regressor (MLP)</vt:lpstr>
      <vt:lpstr>PowerPoint Presentation</vt:lpstr>
      <vt:lpstr>Methodology</vt:lpstr>
      <vt:lpstr>Championship</vt:lpstr>
      <vt:lpstr>PowerPoint Presentation</vt:lpstr>
      <vt:lpstr>Results and Discussion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Alireza Foroutan</dc:creator>
  <cp:lastModifiedBy>023-18-0019</cp:lastModifiedBy>
  <cp:revision>1</cp:revision>
  <dcterms:modified xsi:type="dcterms:W3CDTF">2023-12-14T15:28:16Z</dcterms:modified>
</cp:coreProperties>
</file>